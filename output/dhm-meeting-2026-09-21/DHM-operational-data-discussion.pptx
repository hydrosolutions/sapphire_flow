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458a2585ef4584" /><Relationship Type="http://schemas.openxmlformats.org/officeDocument/2006/relationships/extended-properties" Target="/docProps/app.xml" Id="Rbaa1e063bb92443a" /><Relationship Type="http://schemas.openxmlformats.org/officeDocument/2006/relationships/officeDocument" Target="/ppt/presentation.xml" Id="Rc3c4a5523c5b4276" /></Relationships>
</file>

<file path=ppt/presentation.xml><?xml version="1.0" encoding="utf-8"?>
<p:presentation xmlns:p="http://schemas.openxmlformats.org/presentationml/2006/main">
  <p:sldMasterIdLst>
    <p:sldMasterId xmlns:r="http://schemas.openxmlformats.org/officeDocument/2006/relationships" id="2147483648" r:id="R8278b0c1eb194ee2"/>
  </p:sldMasterIdLst>
  <p:notesMasterIdLst>
    <p:notesMasterId xmlns:r="http://schemas.openxmlformats.org/officeDocument/2006/relationships" r:id="Rcd09de77491c4c2a"/>
  </p:notesMasterIdLst>
  <p:sldIdLst>
    <p:sldId xmlns:r="http://schemas.openxmlformats.org/officeDocument/2006/relationships" id="256" r:id="R13989de655194bdf"/>
    <p:sldId xmlns:r="http://schemas.openxmlformats.org/officeDocument/2006/relationships" id="257" r:id="Rea12205df19141de"/>
    <p:sldId xmlns:r="http://schemas.openxmlformats.org/officeDocument/2006/relationships" id="258" r:id="Ra6d0e0e4d87d433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5aad6ab92244e4" /><Relationship Type="http://schemas.openxmlformats.org/officeDocument/2006/relationships/slideMaster" Target="/ppt/slideMasters/slideMaster1.xml" Id="R8278b0c1eb194ee2" /><Relationship Type="http://schemas.openxmlformats.org/officeDocument/2006/relationships/notesMaster" Target="/ppt/notesMasters/notesMaster1.xml" Id="Rcd09de77491c4c2a" /><Relationship Type="http://schemas.openxmlformats.org/officeDocument/2006/relationships/presProps" Target="/ppt/presProps.xml" Id="R603d06dc4c984c06" /><Relationship Type="http://schemas.openxmlformats.org/officeDocument/2006/relationships/tableStyles" Target="/ppt/tableStyles.xml" Id="R35fb68e7b3014f7e" /><Relationship Type="http://schemas.openxmlformats.org/officeDocument/2006/relationships/slide" Target="/ppt/slides/slide1.xml" Id="R13989de655194bdf" /><Relationship Type="http://schemas.openxmlformats.org/officeDocument/2006/relationships/slide" Target="/ppt/slides/slide2.xml" Id="Rea12205df19141de" /><Relationship Type="http://schemas.openxmlformats.org/officeDocument/2006/relationships/slide" Target="/ppt/slides/slide3.xml" Id="Ra6d0e0e4d87d43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07c7805d8146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938e4d4e20474f" /><Relationship Type="http://schemas.openxmlformats.org/officeDocument/2006/relationships/notesMaster" Target="/ppt/notesMasters/notesMaster1.xml" Id="R70ce5357ce8546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2db84009584818" /><Relationship Type="http://schemas.openxmlformats.org/officeDocument/2006/relationships/notesMaster" Target="/ppt/notesMasters/notesMaster1.xml" Id="R2d0709b27b1d4a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7b2c06329549bb" /><Relationship Type="http://schemas.openxmlformats.org/officeDocument/2006/relationships/notesMaster" Target="/ppt/notesMasters/notesMaster1.xml" Id="R1060530e2a2041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DHM Updated_Published_Station_List_2023.pdf, all 3 pages, internally marked updated July 2025. All 112 coordinates transcribed directly from scan. River Watch layer: https://bipadportal.gov.np/api/v1/river-stations/?limit=500 retrieved 21 September 2026, 284 metadata rows. 283 entries have coordinates in the Nepal map extent. One record, Roshi Khola at Kavre (API ID 270), has apparently reversed coordinates and is omitted without guessing a correction. These are catalogue entries, not a count of working sensors; freshness varies. DHM public page: https://www.dhm.gov.np/hydrology/river-watch . BIPAD attributes these records to DHM. Boundary: local geoBoundaries NPL ADM0 simplified, https://www.geoboundaries.org/ . Map uses longitude/latitude with longitude scaled for Nepal. Symbols indicate source membership, not station technology or rating availability. PDF and portal locations can differ. PDF coordinates take precedence for highlighted stations per project decision. Matching names do not prove common instrument, datum or time-series continuity. API IDs of candidate matches: 137,25,37,61,89,63 respectively for 447,450,604.5,647,670,684. Full operational crosswalk requires DHM confirmation. Ask DHM to annotate whether each site has telemetry, staff readings, discharge gaugings and currently usable ratings. Public River Watch warning display does not imply warning-only use or absence of ratings.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conceptual diagram, not a surveyed DHM station or a confirmed DHM database architecture. Automatic sensors and manual staff gauges both measure stage; periodic velocity-area or ADCP discharge gaugings are a different observation. The same site may host all three. A radar-style sensor appears here illustratively; DHM must confirm installed sensor type. General measurement reference: USGS, https://www.usgs.gov/water-science-school/science/how-streamflow-measured . DHM source questions: docs/requirements/dhm-data-formats-questions.md, sections 1, 3, 4, 5, 7. Ask: (1) Does the observer read at fixed times, and which times? (2) Paper, phone, SMS, app or direct entry? (3) Who enters and checks the data? (4) Where are manual stage readings and discharge gaugings stored? (5) Same DMS as telemetry or a separate archive? (6) Do provisional manual values reach headquarters and our interface before the forecasting cutoff? Record typical delay, worst delay, weekends and monsoon disruptions. (7) Do manual and automatic gauges share a zero and correction history? (8) How often are discharge gaugings done, especially after channel changes? (9) Who signs off and distributes new rating versions? The boxes depict logical data holdings; their physical separation is deliberately unresolved. Existing notes record no current rating tables for the six delivery stations (Plan 268 D8). Do not extrapolate historical ratings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source files inspected in the local BARHKH data/runoff directory. DFL_{447,450,604.5,647,670,684}.txt and RT files are the September 2026 delivery. DFL files are text with comma-separated date/discharge records, not literal .csv filenames. Separate historical file: DHM_subdaily_DudhKoshi/Water Level Inst from 2014-01-01 to 2025-11-21.csv; header inspected: dateTime (NPT), value (m). Filename denotes requested range, not verified complete coverage. Its provenance note credits Binod Parajuli / DHM, shared by Silvan Ragettli November 2025, and marks measurements confidential. No measurement values are reproduced. Historical CSV preparation and ingestion into forecast tools are the user's described workflow; this deck does not assert that all six September files have completed ingestion in SAPPHIRE Flow. Plan 268 remains DRAFT. Source: docs/plans/268-dhm-barkhk-runoff-delivery.md, especially D8: owner-recorded position is that current rating tables do not exist for these stations. Ask whether that position has changed, whether DHM provides an approved provisional Q product, or whether a level-based forecast / model without recent Q is the agreed interim scope. Do not apply expired ratings by default.</a:t>
            </a:r>
          </a:p>
          <a:p xmlns:a="http://schemas.openxmlformats.org/drawingml/2006/main">
            <a:r>
              <a:t>API development is no longer an unknown format: docs/requirements/dhm-api-examples/README.md and Plan 300 record provider confirmation, relayed by owner 16 September, of the BIPAD/DHM request-response contract, and completed offline adapter implementation. Direct DHM base URL, credentials, activation, station crosswalk, datum, history coverage, latency and QC/correction semantics remain unresolved. The large question mark concerns delivery and scientific suitability, not whether an API parser can be built.</a:t>
            </a:r>
          </a:p>
          <a:p xmlns:a="http://schemas.openxmlformats.org/drawingml/2006/main">
            <a:r>
              <a:t>Meeting decisions: Choose h or Q for each model input and forecast target. Obtain a per-station manifest linking official ID, API station/series ID, instrument, datum, current status, observation interval, last usable timestamp, available history and owner. Specify the forecast issue time in NPT, latest required observation, usual/worst arrival lag, and missing-data fallback. Distinguish manual observation time, reporting time, entry time, QC release and API visibility. Determine whether the public display, telemetry database and hydrological archive expose the same measurements, including manual readings. Identify an approved Q source or new-rating delivery date. Agree history/operations overlap testing, local-day definition, aggregation method, provisional/final status, correction handling and backfill. Ask DHM to demonstrate one automatic and one manual record end to end. Assign each unresolved answer a named owner and date. Weather observations and forecasts are separate model inputs outside this river-data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d31d7064b24d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c2f440e43e4113" /><Relationship Type="http://schemas.openxmlformats.org/officeDocument/2006/relationships/slideLayout" Target="/ppt/slideLayouts/slideLayout1.xml" Id="R7f3af7c5c9d049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3af7c5c9d049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f6d679cb78436d" /><Relationship Type="http://schemas.openxmlformats.org/officeDocument/2006/relationships/notesSlide" Target="/ppt/notesSlides/notesSlide1.xml" Id="R8b45c52c4bfa42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c8b7a4d63d40a4" /><Relationship Type="http://schemas.openxmlformats.org/officeDocument/2006/relationships/notesSlide" Target="/ppt/notesSlides/notesSlide2.xml" Id="R5d1fd61e754f4a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e32afb7c374874" /><Relationship Type="http://schemas.openxmlformats.org/officeDocument/2006/relationships/notesSlide" Target="/ppt/notesSlides/notesSlide3.xml" Id="R1f6c4f3def434d18" /></Relationships>
</file>

<file path=ppt/slides/slide1.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430" name="">
            <a:extLst xmlns:a="http://schemas.openxmlformats.org/drawingml/2006/main">
              <a:ext uri="{FF2B5EF4-FFF2-40B4-BE49-F238E27FC236}">
                <a16:creationId xmlns:a16="http://schemas.microsoft.com/office/drawing/2014/main" id="{4CAF516F-EFC8-42DF-A26C-C8CFA78ECF78}"/>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73747"/>
                </a:solidFill>
                <a:latin typeface="Arial"/>
                <a:ea typeface="Arial"/>
                <a:cs typeface="Arial"/>
              </a:defRPr>
            </a:pPr>
            <a:r>
              <a:rPr sz="3450" b="1">
                <a:solidFill>
                  <a:srgbClr val="173747"/>
                </a:solidFill>
                <a:latin typeface="Arial"/>
                <a:ea typeface="Arial"/>
                <a:cs typeface="Arial"/>
              </a:rPr>
              <a:t>River Watch and the published station network</a:t>
            </a:r>
          </a:p>
        </p:txBody>
      </p:sp>
      <p:sp>
        <p:nvSpPr>
          <p:cNvPr id="2" name="">
            <a:extLst xmlns:a="http://schemas.openxmlformats.org/drawingml/2006/main">
              <a:ext uri="{FF2B5EF4-FFF2-40B4-BE49-F238E27FC236}">
                <a16:creationId xmlns:a16="http://schemas.microsoft.com/office/drawing/2014/main" id="{730F2C1A-7E63-49B1-9291-9B411414D20A}"/>
              </a:ext>
            </a:extLst>
          </p:cNvPr>
          <p:cNvSpPr>
            <a:spLocks xmlns:a="http://schemas.openxmlformats.org/drawingml/2006/main" noGrp="1"/>
          </p:cNvSpPr>
          <p:nvPr/>
        </p:nvSpPr>
        <p:spPr>
          <a:xfrm xmlns:a="http://schemas.openxmlformats.org/drawingml/2006/main">
            <a:off x="571500" y="8143875"/>
            <a:ext cx="11430000" cy="2476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36B78"/>
                </a:solidFill>
                <a:latin typeface="Arial"/>
                <a:ea typeface="Arial"/>
                <a:cs typeface="Arial"/>
              </a:defRPr>
            </a:pPr>
            <a:r>
              <a:rPr sz="1425" b="0">
                <a:solidFill>
                  <a:srgbClr val="536B78"/>
                </a:solidFill>
                <a:latin typeface="Arial"/>
                <a:ea typeface="Arial"/>
                <a:cs typeface="Arial"/>
              </a:rPr>
              <a:t>DHM discussion draft · 21 September 2026</a:t>
            </a:r>
          </a:p>
        </p:txBody>
      </p:sp>
      <p:sp>
        <p:nvSpPr>
          <p:cNvPr id="3" name="">
            <a:extLst xmlns:a="http://schemas.openxmlformats.org/drawingml/2006/main">
              <a:ext uri="{FF2B5EF4-FFF2-40B4-BE49-F238E27FC236}">
                <a16:creationId xmlns:a16="http://schemas.microsoft.com/office/drawing/2014/main" id="{C491267B-DDDC-46E4-B2FA-7BBBAF4C64E5}"/>
              </a:ext>
            </a:extLst>
          </p:cNvPr>
          <p:cNvSpPr>
            <a:spLocks xmlns:a="http://schemas.openxmlformats.org/drawingml/2006/main" noGrp="1"/>
          </p:cNvSpPr>
          <p:nvPr/>
        </p:nvSpPr>
        <p:spPr>
          <a:xfrm xmlns:a="http://schemas.openxmlformats.org/drawingml/2006/main">
            <a:off x="14001750" y="8115300"/>
            <a:ext cx="571500"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36B78"/>
                </a:solidFill>
                <a:latin typeface="Arial"/>
                <a:ea typeface="Arial"/>
                <a:cs typeface="Arial"/>
              </a:defRPr>
            </a:pPr>
            <a:r>
              <a:rPr sz="1650" b="0">
                <a:solidFill>
                  <a:srgbClr val="536B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E21476D-C26A-41E2-AAF7-95ABDF480563}"/>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337270" y="2246577"/>
                </a:moveTo>
                <a:lnTo>
                  <a:pt x="1328651" y="2246615"/>
                </a:lnTo>
                <a:lnTo>
                  <a:pt x="1326410" y="2252667"/>
                </a:lnTo>
                <a:lnTo>
                  <a:pt x="1311139" y="2252010"/>
                </a:lnTo>
                <a:lnTo>
                  <a:pt x="1301688" y="2257456"/>
                </a:lnTo>
                <a:lnTo>
                  <a:pt x="1292420" y="2256963"/>
                </a:lnTo>
                <a:lnTo>
                  <a:pt x="1291110" y="2253191"/>
                </a:lnTo>
                <a:lnTo>
                  <a:pt x="1288478" y="2257418"/>
                </a:lnTo>
                <a:lnTo>
                  <a:pt x="1289041" y="2261909"/>
                </a:lnTo>
                <a:lnTo>
                  <a:pt x="1282005" y="2269194"/>
                </a:lnTo>
                <a:lnTo>
                  <a:pt x="1274899" y="2271281"/>
                </a:lnTo>
                <a:lnTo>
                  <a:pt x="1268407" y="2275521"/>
                </a:lnTo>
                <a:lnTo>
                  <a:pt x="1259788" y="2276046"/>
                </a:lnTo>
                <a:lnTo>
                  <a:pt x="1254543" y="2284615"/>
                </a:lnTo>
                <a:lnTo>
                  <a:pt x="1245915" y="2289502"/>
                </a:lnTo>
                <a:lnTo>
                  <a:pt x="1245594" y="2297806"/>
                </a:lnTo>
                <a:lnTo>
                  <a:pt x="1241807" y="2303554"/>
                </a:lnTo>
                <a:lnTo>
                  <a:pt x="1258100" y="2315422"/>
                </a:lnTo>
                <a:lnTo>
                  <a:pt x="1264441" y="2311953"/>
                </a:lnTo>
                <a:lnTo>
                  <a:pt x="1269849" y="2305795"/>
                </a:lnTo>
                <a:lnTo>
                  <a:pt x="1281517" y="2298188"/>
                </a:lnTo>
                <a:lnTo>
                  <a:pt x="1289240" y="2289127"/>
                </a:lnTo>
                <a:lnTo>
                  <a:pt x="1298379" y="2283087"/>
                </a:lnTo>
                <a:lnTo>
                  <a:pt x="1309459" y="2279320"/>
                </a:lnTo>
                <a:lnTo>
                  <a:pt x="1318467" y="2279156"/>
                </a:lnTo>
                <a:lnTo>
                  <a:pt x="1332748" y="2274861"/>
                </a:lnTo>
                <a:lnTo>
                  <a:pt x="1343733" y="2279347"/>
                </a:lnTo>
                <a:lnTo>
                  <a:pt x="1355754" y="2293347"/>
                </a:lnTo>
                <a:lnTo>
                  <a:pt x="1356604" y="2303293"/>
                </a:lnTo>
                <a:lnTo>
                  <a:pt x="1359931" y="2309186"/>
                </a:lnTo>
                <a:lnTo>
                  <a:pt x="1364216" y="2312173"/>
                </a:lnTo>
                <a:lnTo>
                  <a:pt x="1360759" y="2316355"/>
                </a:lnTo>
                <a:lnTo>
                  <a:pt x="1361417" y="2320533"/>
                </a:lnTo>
                <a:lnTo>
                  <a:pt x="1370457" y="2329969"/>
                </a:lnTo>
                <a:lnTo>
                  <a:pt x="1369919" y="2335159"/>
                </a:lnTo>
                <a:lnTo>
                  <a:pt x="1372008" y="2335690"/>
                </a:lnTo>
                <a:lnTo>
                  <a:pt x="1374968" y="2344261"/>
                </a:lnTo>
                <a:lnTo>
                  <a:pt x="1385349" y="2349589"/>
                </a:lnTo>
                <a:lnTo>
                  <a:pt x="1395628" y="2359844"/>
                </a:lnTo>
                <a:lnTo>
                  <a:pt x="1400938" y="2380202"/>
                </a:lnTo>
                <a:lnTo>
                  <a:pt x="1401478" y="2386053"/>
                </a:lnTo>
                <a:lnTo>
                  <a:pt x="1399217" y="2387519"/>
                </a:lnTo>
                <a:lnTo>
                  <a:pt x="1402172" y="2389438"/>
                </a:lnTo>
                <a:lnTo>
                  <a:pt x="1401824" y="2392001"/>
                </a:lnTo>
                <a:lnTo>
                  <a:pt x="1406681" y="2394917"/>
                </a:lnTo>
                <a:lnTo>
                  <a:pt x="1408001" y="2399407"/>
                </a:lnTo>
                <a:lnTo>
                  <a:pt x="1417278" y="2405556"/>
                </a:lnTo>
                <a:lnTo>
                  <a:pt x="1423908" y="2406228"/>
                </a:lnTo>
                <a:lnTo>
                  <a:pt x="1428909" y="2411517"/>
                </a:lnTo>
                <a:lnTo>
                  <a:pt x="1437191" y="2413307"/>
                </a:lnTo>
                <a:lnTo>
                  <a:pt x="1444634" y="2410599"/>
                </a:lnTo>
                <a:lnTo>
                  <a:pt x="1453526" y="2412756"/>
                </a:lnTo>
                <a:lnTo>
                  <a:pt x="1457568" y="2416179"/>
                </a:lnTo>
                <a:lnTo>
                  <a:pt x="1465305" y="2417360"/>
                </a:lnTo>
                <a:lnTo>
                  <a:pt x="1470029" y="2422717"/>
                </a:lnTo>
                <a:lnTo>
                  <a:pt x="1488055" y="2432443"/>
                </a:lnTo>
                <a:lnTo>
                  <a:pt x="1488090" y="2438866"/>
                </a:lnTo>
                <a:lnTo>
                  <a:pt x="1492326" y="2443111"/>
                </a:lnTo>
                <a:lnTo>
                  <a:pt x="1498888" y="2444961"/>
                </a:lnTo>
                <a:lnTo>
                  <a:pt x="1510399" y="2442895"/>
                </a:lnTo>
                <a:lnTo>
                  <a:pt x="1514975" y="2445937"/>
                </a:lnTo>
                <a:lnTo>
                  <a:pt x="1519998" y="2459172"/>
                </a:lnTo>
                <a:lnTo>
                  <a:pt x="1518623" y="2468514"/>
                </a:lnTo>
                <a:lnTo>
                  <a:pt x="1521120" y="2477684"/>
                </a:lnTo>
                <a:lnTo>
                  <a:pt x="1526691" y="2478581"/>
                </a:lnTo>
                <a:lnTo>
                  <a:pt x="1539136" y="2491783"/>
                </a:lnTo>
                <a:lnTo>
                  <a:pt x="1538595" y="2493525"/>
                </a:lnTo>
                <a:lnTo>
                  <a:pt x="1545618" y="2500214"/>
                </a:lnTo>
                <a:lnTo>
                  <a:pt x="1550501" y="2512102"/>
                </a:lnTo>
                <a:lnTo>
                  <a:pt x="1561103" y="2525948"/>
                </a:lnTo>
                <a:lnTo>
                  <a:pt x="1569917" y="2533147"/>
                </a:lnTo>
                <a:lnTo>
                  <a:pt x="1579497" y="2537737"/>
                </a:lnTo>
                <a:lnTo>
                  <a:pt x="1581501" y="2542443"/>
                </a:lnTo>
                <a:lnTo>
                  <a:pt x="1584631" y="2541701"/>
                </a:lnTo>
                <a:lnTo>
                  <a:pt x="1588379" y="2543438"/>
                </a:lnTo>
                <a:lnTo>
                  <a:pt x="1598239" y="2561586"/>
                </a:lnTo>
                <a:lnTo>
                  <a:pt x="1604966" y="2565614"/>
                </a:lnTo>
                <a:lnTo>
                  <a:pt x="1610086" y="2572020"/>
                </a:lnTo>
                <a:lnTo>
                  <a:pt x="1612643" y="2579189"/>
                </a:lnTo>
                <a:lnTo>
                  <a:pt x="1629757" y="2593636"/>
                </a:lnTo>
                <a:lnTo>
                  <a:pt x="1630432" y="2598433"/>
                </a:lnTo>
                <a:lnTo>
                  <a:pt x="1635832" y="2605072"/>
                </a:lnTo>
                <a:lnTo>
                  <a:pt x="1641556" y="2610898"/>
                </a:lnTo>
                <a:lnTo>
                  <a:pt x="1645152" y="2611493"/>
                </a:lnTo>
                <a:lnTo>
                  <a:pt x="1650083" y="2617802"/>
                </a:lnTo>
                <a:lnTo>
                  <a:pt x="1649825" y="2627393"/>
                </a:lnTo>
                <a:lnTo>
                  <a:pt x="1658849" y="2651550"/>
                </a:lnTo>
                <a:lnTo>
                  <a:pt x="1658127" y="2655992"/>
                </a:lnTo>
                <a:lnTo>
                  <a:pt x="1653480" y="2659563"/>
                </a:lnTo>
                <a:lnTo>
                  <a:pt x="1646358" y="2660607"/>
                </a:lnTo>
                <a:lnTo>
                  <a:pt x="1639907" y="2665872"/>
                </a:lnTo>
                <a:lnTo>
                  <a:pt x="1631020" y="2666682"/>
                </a:lnTo>
                <a:lnTo>
                  <a:pt x="1630109" y="2668359"/>
                </a:lnTo>
                <a:lnTo>
                  <a:pt x="1618383" y="2672301"/>
                </a:lnTo>
                <a:lnTo>
                  <a:pt x="1615485" y="2678382"/>
                </a:lnTo>
                <a:lnTo>
                  <a:pt x="1620537" y="2682907"/>
                </a:lnTo>
                <a:lnTo>
                  <a:pt x="1620271" y="2685201"/>
                </a:lnTo>
                <a:lnTo>
                  <a:pt x="1619507" y="2688022"/>
                </a:lnTo>
                <a:lnTo>
                  <a:pt x="1614156" y="2691487"/>
                </a:lnTo>
                <a:lnTo>
                  <a:pt x="1609157" y="2694077"/>
                </a:lnTo>
                <a:lnTo>
                  <a:pt x="1601558" y="2694178"/>
                </a:lnTo>
                <a:lnTo>
                  <a:pt x="1597069" y="2690743"/>
                </a:lnTo>
                <a:lnTo>
                  <a:pt x="1591733" y="2691024"/>
                </a:lnTo>
                <a:lnTo>
                  <a:pt x="1589040" y="2694302"/>
                </a:lnTo>
                <a:lnTo>
                  <a:pt x="1584287" y="2695127"/>
                </a:lnTo>
                <a:lnTo>
                  <a:pt x="1582551" y="2699169"/>
                </a:lnTo>
                <a:lnTo>
                  <a:pt x="1572905" y="2703115"/>
                </a:lnTo>
                <a:lnTo>
                  <a:pt x="1568016" y="2707927"/>
                </a:lnTo>
                <a:lnTo>
                  <a:pt x="1565453" y="2713552"/>
                </a:lnTo>
                <a:lnTo>
                  <a:pt x="1554056" y="2722816"/>
                </a:lnTo>
                <a:lnTo>
                  <a:pt x="1553172" y="2727330"/>
                </a:lnTo>
                <a:lnTo>
                  <a:pt x="1541790" y="2742396"/>
                </a:lnTo>
                <a:lnTo>
                  <a:pt x="1537833" y="2745153"/>
                </a:lnTo>
                <a:lnTo>
                  <a:pt x="1525409" y="2747994"/>
                </a:lnTo>
                <a:lnTo>
                  <a:pt x="1520249" y="2750915"/>
                </a:lnTo>
                <a:lnTo>
                  <a:pt x="1516920" y="2756217"/>
                </a:lnTo>
                <a:lnTo>
                  <a:pt x="1518066" y="2758033"/>
                </a:lnTo>
                <a:lnTo>
                  <a:pt x="1513741" y="2762701"/>
                </a:lnTo>
                <a:lnTo>
                  <a:pt x="1513494" y="2772144"/>
                </a:lnTo>
                <a:lnTo>
                  <a:pt x="1516742" y="2777015"/>
                </a:lnTo>
                <a:lnTo>
                  <a:pt x="1515902" y="2781402"/>
                </a:lnTo>
                <a:lnTo>
                  <a:pt x="1511950" y="2785559"/>
                </a:lnTo>
                <a:lnTo>
                  <a:pt x="1504250" y="2802040"/>
                </a:lnTo>
                <a:lnTo>
                  <a:pt x="1492928" y="2810433"/>
                </a:lnTo>
                <a:lnTo>
                  <a:pt x="1470815" y="2809657"/>
                </a:lnTo>
                <a:lnTo>
                  <a:pt x="1462506" y="2821556"/>
                </a:lnTo>
                <a:lnTo>
                  <a:pt x="1453321" y="2826865"/>
                </a:lnTo>
                <a:lnTo>
                  <a:pt x="1448542" y="2833686"/>
                </a:lnTo>
                <a:lnTo>
                  <a:pt x="1444461" y="2834268"/>
                </a:lnTo>
                <a:lnTo>
                  <a:pt x="1436175" y="2840612"/>
                </a:lnTo>
                <a:lnTo>
                  <a:pt x="1428694" y="2849235"/>
                </a:lnTo>
                <a:lnTo>
                  <a:pt x="1427422" y="2853978"/>
                </a:lnTo>
                <a:lnTo>
                  <a:pt x="1421878" y="2858802"/>
                </a:lnTo>
                <a:lnTo>
                  <a:pt x="1416246" y="2861195"/>
                </a:lnTo>
                <a:lnTo>
                  <a:pt x="1411394" y="2860560"/>
                </a:lnTo>
                <a:lnTo>
                  <a:pt x="1396920" y="2863202"/>
                </a:lnTo>
                <a:lnTo>
                  <a:pt x="1387241" y="2862349"/>
                </a:lnTo>
                <a:lnTo>
                  <a:pt x="1377901" y="2857822"/>
                </a:lnTo>
                <a:lnTo>
                  <a:pt x="1374643" y="2854085"/>
                </a:lnTo>
                <a:lnTo>
                  <a:pt x="1365055" y="2851359"/>
                </a:lnTo>
                <a:lnTo>
                  <a:pt x="1355142" y="2852749"/>
                </a:lnTo>
                <a:lnTo>
                  <a:pt x="1340106" y="2859144"/>
                </a:lnTo>
                <a:lnTo>
                  <a:pt x="1334474" y="2858820"/>
                </a:lnTo>
                <a:lnTo>
                  <a:pt x="1324381" y="2865767"/>
                </a:lnTo>
                <a:lnTo>
                  <a:pt x="1307829" y="2885687"/>
                </a:lnTo>
                <a:lnTo>
                  <a:pt x="1304105" y="2895354"/>
                </a:lnTo>
                <a:lnTo>
                  <a:pt x="1299420" y="2900985"/>
                </a:lnTo>
                <a:lnTo>
                  <a:pt x="1294040" y="2918202"/>
                </a:lnTo>
                <a:lnTo>
                  <a:pt x="1297516" y="2934573"/>
                </a:lnTo>
                <a:lnTo>
                  <a:pt x="1289582" y="2953676"/>
                </a:lnTo>
                <a:lnTo>
                  <a:pt x="1278917" y="2963914"/>
                </a:lnTo>
                <a:lnTo>
                  <a:pt x="1279593" y="2966351"/>
                </a:lnTo>
                <a:lnTo>
                  <a:pt x="1284446" y="2968929"/>
                </a:lnTo>
                <a:lnTo>
                  <a:pt x="1276432" y="2974120"/>
                </a:lnTo>
                <a:lnTo>
                  <a:pt x="1272577" y="2980708"/>
                </a:lnTo>
                <a:lnTo>
                  <a:pt x="1274920" y="2984847"/>
                </a:lnTo>
                <a:lnTo>
                  <a:pt x="1273966" y="2987984"/>
                </a:lnTo>
                <a:lnTo>
                  <a:pt x="1269002" y="2988353"/>
                </a:lnTo>
                <a:lnTo>
                  <a:pt x="1263298" y="2992895"/>
                </a:lnTo>
                <a:lnTo>
                  <a:pt x="1257660" y="2991852"/>
                </a:lnTo>
                <a:lnTo>
                  <a:pt x="1254032" y="3001954"/>
                </a:lnTo>
                <a:lnTo>
                  <a:pt x="1248547" y="3002492"/>
                </a:lnTo>
                <a:lnTo>
                  <a:pt x="1244983" y="3008056"/>
                </a:lnTo>
                <a:lnTo>
                  <a:pt x="1239825" y="3009789"/>
                </a:lnTo>
                <a:lnTo>
                  <a:pt x="1239967" y="3013244"/>
                </a:lnTo>
                <a:lnTo>
                  <a:pt x="1237411" y="3015794"/>
                </a:lnTo>
                <a:lnTo>
                  <a:pt x="1220293" y="3020491"/>
                </a:lnTo>
                <a:lnTo>
                  <a:pt x="1208631" y="3034208"/>
                </a:lnTo>
                <a:lnTo>
                  <a:pt x="1212036" y="3037627"/>
                </a:lnTo>
                <a:lnTo>
                  <a:pt x="1206374" y="3042311"/>
                </a:lnTo>
                <a:lnTo>
                  <a:pt x="1205726" y="3045381"/>
                </a:lnTo>
                <a:lnTo>
                  <a:pt x="1203100" y="3045563"/>
                </a:lnTo>
                <a:lnTo>
                  <a:pt x="1205246" y="3049894"/>
                </a:lnTo>
                <a:lnTo>
                  <a:pt x="1203850" y="3053311"/>
                </a:lnTo>
                <a:lnTo>
                  <a:pt x="1187568" y="3053116"/>
                </a:lnTo>
                <a:lnTo>
                  <a:pt x="1169120" y="3045289"/>
                </a:lnTo>
                <a:lnTo>
                  <a:pt x="1157638" y="3045097"/>
                </a:lnTo>
                <a:lnTo>
                  <a:pt x="1151531" y="3048944"/>
                </a:lnTo>
                <a:lnTo>
                  <a:pt x="1145748" y="3049033"/>
                </a:lnTo>
                <a:lnTo>
                  <a:pt x="1141265" y="3046614"/>
                </a:lnTo>
                <a:lnTo>
                  <a:pt x="1137615" y="3041556"/>
                </a:lnTo>
                <a:lnTo>
                  <a:pt x="1134627" y="3040833"/>
                </a:lnTo>
                <a:lnTo>
                  <a:pt x="1127754" y="3050254"/>
                </a:lnTo>
                <a:lnTo>
                  <a:pt x="1112446" y="3053107"/>
                </a:lnTo>
                <a:lnTo>
                  <a:pt x="1109095" y="3057701"/>
                </a:lnTo>
                <a:lnTo>
                  <a:pt x="1101723" y="3054602"/>
                </a:lnTo>
                <a:lnTo>
                  <a:pt x="1102004" y="3067039"/>
                </a:lnTo>
                <a:lnTo>
                  <a:pt x="1097919" y="3069711"/>
                </a:lnTo>
                <a:lnTo>
                  <a:pt x="1099060" y="3073723"/>
                </a:lnTo>
                <a:lnTo>
                  <a:pt x="1093457" y="3079147"/>
                </a:lnTo>
                <a:lnTo>
                  <a:pt x="1089283" y="3089549"/>
                </a:lnTo>
                <a:lnTo>
                  <a:pt x="1090675" y="3096474"/>
                </a:lnTo>
                <a:lnTo>
                  <a:pt x="1087024" y="3097635"/>
                </a:lnTo>
                <a:lnTo>
                  <a:pt x="1081940" y="3095177"/>
                </a:lnTo>
                <a:lnTo>
                  <a:pt x="1076061" y="3097364"/>
                </a:lnTo>
                <a:lnTo>
                  <a:pt x="1076794" y="3107032"/>
                </a:lnTo>
                <a:lnTo>
                  <a:pt x="1060940" y="3108530"/>
                </a:lnTo>
                <a:lnTo>
                  <a:pt x="1056662" y="3106351"/>
                </a:lnTo>
                <a:lnTo>
                  <a:pt x="1053173" y="3110184"/>
                </a:lnTo>
                <a:lnTo>
                  <a:pt x="1051273" y="3119706"/>
                </a:lnTo>
                <a:lnTo>
                  <a:pt x="1057768" y="3126075"/>
                </a:lnTo>
                <a:lnTo>
                  <a:pt x="1053594" y="3131439"/>
                </a:lnTo>
                <a:lnTo>
                  <a:pt x="1053495" y="3137477"/>
                </a:lnTo>
                <a:lnTo>
                  <a:pt x="1056312" y="3141232"/>
                </a:lnTo>
                <a:lnTo>
                  <a:pt x="1064485" y="3142925"/>
                </a:lnTo>
                <a:lnTo>
                  <a:pt x="1064488" y="3145415"/>
                </a:lnTo>
                <a:lnTo>
                  <a:pt x="1060535" y="3148839"/>
                </a:lnTo>
                <a:lnTo>
                  <a:pt x="1063433" y="3151739"/>
                </a:lnTo>
                <a:lnTo>
                  <a:pt x="1066577" y="3164140"/>
                </a:lnTo>
                <a:lnTo>
                  <a:pt x="1069812" y="3165836"/>
                </a:lnTo>
                <a:lnTo>
                  <a:pt x="1070410" y="3180691"/>
                </a:lnTo>
                <a:lnTo>
                  <a:pt x="1076152" y="3184827"/>
                </a:lnTo>
                <a:lnTo>
                  <a:pt x="1073901" y="3191492"/>
                </a:lnTo>
                <a:lnTo>
                  <a:pt x="1075279" y="3197545"/>
                </a:lnTo>
                <a:lnTo>
                  <a:pt x="1081867" y="3201511"/>
                </a:lnTo>
                <a:lnTo>
                  <a:pt x="1080977" y="3205866"/>
                </a:lnTo>
                <a:lnTo>
                  <a:pt x="1082803" y="3209733"/>
                </a:lnTo>
                <a:lnTo>
                  <a:pt x="1092355" y="3211840"/>
                </a:lnTo>
                <a:lnTo>
                  <a:pt x="1091352" y="3216062"/>
                </a:lnTo>
                <a:lnTo>
                  <a:pt x="1100281" y="3214689"/>
                </a:lnTo>
                <a:lnTo>
                  <a:pt x="1105463" y="3222194"/>
                </a:lnTo>
                <a:lnTo>
                  <a:pt x="1110734" y="3221862"/>
                </a:lnTo>
                <a:lnTo>
                  <a:pt x="1113119" y="3225453"/>
                </a:lnTo>
                <a:lnTo>
                  <a:pt x="1110160" y="3233335"/>
                </a:lnTo>
                <a:lnTo>
                  <a:pt x="1117483" y="3239534"/>
                </a:lnTo>
                <a:lnTo>
                  <a:pt x="1116509" y="3245616"/>
                </a:lnTo>
                <a:lnTo>
                  <a:pt x="1118320" y="3250671"/>
                </a:lnTo>
                <a:lnTo>
                  <a:pt x="1114938" y="3254728"/>
                </a:lnTo>
                <a:lnTo>
                  <a:pt x="1106176" y="3256359"/>
                </a:lnTo>
                <a:lnTo>
                  <a:pt x="1103082" y="3262292"/>
                </a:lnTo>
                <a:lnTo>
                  <a:pt x="1103242" y="3268122"/>
                </a:lnTo>
                <a:lnTo>
                  <a:pt x="1100328" y="3270845"/>
                </a:lnTo>
                <a:lnTo>
                  <a:pt x="1104136" y="3280484"/>
                </a:lnTo>
                <a:lnTo>
                  <a:pt x="1103020" y="3291629"/>
                </a:lnTo>
                <a:lnTo>
                  <a:pt x="1097369" y="3298544"/>
                </a:lnTo>
                <a:lnTo>
                  <a:pt x="1083474" y="3308021"/>
                </a:lnTo>
                <a:lnTo>
                  <a:pt x="1082027" y="3316364"/>
                </a:lnTo>
                <a:lnTo>
                  <a:pt x="1079329" y="3319755"/>
                </a:lnTo>
                <a:lnTo>
                  <a:pt x="1068901" y="3320083"/>
                </a:lnTo>
                <a:lnTo>
                  <a:pt x="1068574" y="3332174"/>
                </a:lnTo>
                <a:lnTo>
                  <a:pt x="1050631" y="3328910"/>
                </a:lnTo>
                <a:lnTo>
                  <a:pt x="1049068" y="3331915"/>
                </a:lnTo>
                <a:lnTo>
                  <a:pt x="1051086" y="3337784"/>
                </a:lnTo>
                <a:lnTo>
                  <a:pt x="1043063" y="3339633"/>
                </a:lnTo>
                <a:lnTo>
                  <a:pt x="1033190" y="3339330"/>
                </a:lnTo>
                <a:lnTo>
                  <a:pt x="1025883" y="3342186"/>
                </a:lnTo>
                <a:lnTo>
                  <a:pt x="1029387" y="3347325"/>
                </a:lnTo>
                <a:lnTo>
                  <a:pt x="1024560" y="3354271"/>
                </a:lnTo>
                <a:lnTo>
                  <a:pt x="1024870" y="3357186"/>
                </a:lnTo>
                <a:lnTo>
                  <a:pt x="1032812" y="3357001"/>
                </a:lnTo>
                <a:lnTo>
                  <a:pt x="1043958" y="3366463"/>
                </a:lnTo>
                <a:lnTo>
                  <a:pt x="1040976" y="3372101"/>
                </a:lnTo>
                <a:lnTo>
                  <a:pt x="1032753" y="3376452"/>
                </a:lnTo>
                <a:lnTo>
                  <a:pt x="1034101" y="3382677"/>
                </a:lnTo>
                <a:lnTo>
                  <a:pt x="1024211" y="3393332"/>
                </a:lnTo>
                <a:lnTo>
                  <a:pt x="1013631" y="3389813"/>
                </a:lnTo>
                <a:lnTo>
                  <a:pt x="1009366" y="3398837"/>
                </a:lnTo>
                <a:lnTo>
                  <a:pt x="991824" y="3406321"/>
                </a:lnTo>
                <a:lnTo>
                  <a:pt x="990637" y="3409228"/>
                </a:lnTo>
                <a:lnTo>
                  <a:pt x="992751" y="3417264"/>
                </a:lnTo>
                <a:lnTo>
                  <a:pt x="990882" y="3423625"/>
                </a:lnTo>
                <a:lnTo>
                  <a:pt x="980771" y="3421857"/>
                </a:lnTo>
                <a:lnTo>
                  <a:pt x="976443" y="3416412"/>
                </a:lnTo>
                <a:lnTo>
                  <a:pt x="974365" y="3416401"/>
                </a:lnTo>
                <a:lnTo>
                  <a:pt x="970787" y="3419415"/>
                </a:lnTo>
                <a:lnTo>
                  <a:pt x="971094" y="3424908"/>
                </a:lnTo>
                <a:lnTo>
                  <a:pt x="967220" y="3430335"/>
                </a:lnTo>
                <a:lnTo>
                  <a:pt x="959668" y="3432726"/>
                </a:lnTo>
                <a:lnTo>
                  <a:pt x="960654" y="3437563"/>
                </a:lnTo>
                <a:lnTo>
                  <a:pt x="971341" y="3452316"/>
                </a:lnTo>
                <a:lnTo>
                  <a:pt x="977317" y="3456801"/>
                </a:lnTo>
                <a:lnTo>
                  <a:pt x="978403" y="3461037"/>
                </a:lnTo>
                <a:lnTo>
                  <a:pt x="972668" y="3463761"/>
                </a:lnTo>
                <a:lnTo>
                  <a:pt x="968894" y="3460241"/>
                </a:lnTo>
                <a:lnTo>
                  <a:pt x="961686" y="3464631"/>
                </a:lnTo>
                <a:lnTo>
                  <a:pt x="958967" y="3462746"/>
                </a:lnTo>
                <a:lnTo>
                  <a:pt x="952398" y="3463636"/>
                </a:lnTo>
                <a:lnTo>
                  <a:pt x="950627" y="3460052"/>
                </a:lnTo>
                <a:lnTo>
                  <a:pt x="952402" y="3455673"/>
                </a:lnTo>
                <a:lnTo>
                  <a:pt x="947351" y="3454553"/>
                </a:lnTo>
                <a:lnTo>
                  <a:pt x="939040" y="3458724"/>
                </a:lnTo>
                <a:lnTo>
                  <a:pt x="944794" y="3461604"/>
                </a:lnTo>
                <a:lnTo>
                  <a:pt x="945071" y="3465293"/>
                </a:lnTo>
                <a:lnTo>
                  <a:pt x="939751" y="3463928"/>
                </a:lnTo>
                <a:lnTo>
                  <a:pt x="936362" y="3466466"/>
                </a:lnTo>
                <a:lnTo>
                  <a:pt x="925995" y="3462592"/>
                </a:lnTo>
                <a:lnTo>
                  <a:pt x="923044" y="3467045"/>
                </a:lnTo>
                <a:lnTo>
                  <a:pt x="910744" y="3468909"/>
                </a:lnTo>
                <a:lnTo>
                  <a:pt x="908070" y="3472139"/>
                </a:lnTo>
                <a:lnTo>
                  <a:pt x="908144" y="3475289"/>
                </a:lnTo>
                <a:lnTo>
                  <a:pt x="912688" y="3479324"/>
                </a:lnTo>
                <a:lnTo>
                  <a:pt x="913401" y="3482943"/>
                </a:lnTo>
                <a:lnTo>
                  <a:pt x="909286" y="3496321"/>
                </a:lnTo>
                <a:lnTo>
                  <a:pt x="911616" y="3505095"/>
                </a:lnTo>
                <a:lnTo>
                  <a:pt x="906518" y="3510456"/>
                </a:lnTo>
                <a:lnTo>
                  <a:pt x="911634" y="3515460"/>
                </a:lnTo>
                <a:lnTo>
                  <a:pt x="921091" y="3519451"/>
                </a:lnTo>
                <a:lnTo>
                  <a:pt x="933061" y="3527592"/>
                </a:lnTo>
                <a:lnTo>
                  <a:pt x="942092" y="3529981"/>
                </a:lnTo>
                <a:lnTo>
                  <a:pt x="945511" y="3532573"/>
                </a:lnTo>
                <a:lnTo>
                  <a:pt x="946591" y="3534707"/>
                </a:lnTo>
                <a:lnTo>
                  <a:pt x="943475" y="3540703"/>
                </a:lnTo>
                <a:lnTo>
                  <a:pt x="950550" y="3549796"/>
                </a:lnTo>
                <a:lnTo>
                  <a:pt x="941548" y="3555612"/>
                </a:lnTo>
                <a:lnTo>
                  <a:pt x="941339" y="3566512"/>
                </a:lnTo>
                <a:lnTo>
                  <a:pt x="951043" y="3572553"/>
                </a:lnTo>
                <a:lnTo>
                  <a:pt x="951986" y="3588255"/>
                </a:lnTo>
                <a:lnTo>
                  <a:pt x="957293" y="3594965"/>
                </a:lnTo>
                <a:lnTo>
                  <a:pt x="964251" y="3599620"/>
                </a:lnTo>
                <a:lnTo>
                  <a:pt x="964691" y="3606816"/>
                </a:lnTo>
                <a:lnTo>
                  <a:pt x="970965" y="3614488"/>
                </a:lnTo>
                <a:lnTo>
                  <a:pt x="985374" y="3616158"/>
                </a:lnTo>
                <a:lnTo>
                  <a:pt x="995434" y="3625743"/>
                </a:lnTo>
                <a:lnTo>
                  <a:pt x="994262" y="3633546"/>
                </a:lnTo>
                <a:lnTo>
                  <a:pt x="997289" y="3638682"/>
                </a:lnTo>
                <a:lnTo>
                  <a:pt x="996656" y="3641374"/>
                </a:lnTo>
                <a:lnTo>
                  <a:pt x="988901" y="3653350"/>
                </a:lnTo>
                <a:lnTo>
                  <a:pt x="982675" y="3656441"/>
                </a:lnTo>
                <a:lnTo>
                  <a:pt x="980519" y="3660847"/>
                </a:lnTo>
                <a:lnTo>
                  <a:pt x="980176" y="3675680"/>
                </a:lnTo>
                <a:lnTo>
                  <a:pt x="974472" y="3690292"/>
                </a:lnTo>
                <a:lnTo>
                  <a:pt x="975687" y="3696909"/>
                </a:lnTo>
                <a:lnTo>
                  <a:pt x="973750" y="3703293"/>
                </a:lnTo>
                <a:lnTo>
                  <a:pt x="975863" y="3712252"/>
                </a:lnTo>
                <a:lnTo>
                  <a:pt x="964455" y="3724794"/>
                </a:lnTo>
                <a:lnTo>
                  <a:pt x="970785" y="3736917"/>
                </a:lnTo>
                <a:lnTo>
                  <a:pt x="968382" y="3749086"/>
                </a:lnTo>
                <a:lnTo>
                  <a:pt x="972239" y="3756344"/>
                </a:lnTo>
                <a:lnTo>
                  <a:pt x="967491" y="3765644"/>
                </a:lnTo>
                <a:lnTo>
                  <a:pt x="960374" y="3768121"/>
                </a:lnTo>
                <a:lnTo>
                  <a:pt x="945914" y="3753985"/>
                </a:lnTo>
                <a:lnTo>
                  <a:pt x="929161" y="3754402"/>
                </a:lnTo>
                <a:lnTo>
                  <a:pt x="925639" y="3749641"/>
                </a:lnTo>
                <a:lnTo>
                  <a:pt x="923491" y="3739250"/>
                </a:lnTo>
                <a:lnTo>
                  <a:pt x="919574" y="3736852"/>
                </a:lnTo>
                <a:lnTo>
                  <a:pt x="914400" y="3737378"/>
                </a:lnTo>
                <a:lnTo>
                  <a:pt x="912964" y="3744176"/>
                </a:lnTo>
                <a:lnTo>
                  <a:pt x="909848" y="3747592"/>
                </a:lnTo>
                <a:lnTo>
                  <a:pt x="905522" y="3759469"/>
                </a:lnTo>
                <a:lnTo>
                  <a:pt x="906812" y="3761927"/>
                </a:lnTo>
                <a:lnTo>
                  <a:pt x="916487" y="3767594"/>
                </a:lnTo>
                <a:lnTo>
                  <a:pt x="925748" y="3777461"/>
                </a:lnTo>
                <a:lnTo>
                  <a:pt x="928954" y="3792559"/>
                </a:lnTo>
                <a:lnTo>
                  <a:pt x="926303" y="3797564"/>
                </a:lnTo>
                <a:lnTo>
                  <a:pt x="926253" y="3803143"/>
                </a:lnTo>
                <a:lnTo>
                  <a:pt x="934863" y="3817766"/>
                </a:lnTo>
                <a:lnTo>
                  <a:pt x="942190" y="3825872"/>
                </a:lnTo>
                <a:lnTo>
                  <a:pt x="943352" y="3829102"/>
                </a:lnTo>
                <a:lnTo>
                  <a:pt x="941975" y="3831352"/>
                </a:lnTo>
                <a:lnTo>
                  <a:pt x="921212" y="3836270"/>
                </a:lnTo>
                <a:lnTo>
                  <a:pt x="914987" y="3846968"/>
                </a:lnTo>
                <a:lnTo>
                  <a:pt x="909687" y="3849203"/>
                </a:lnTo>
                <a:lnTo>
                  <a:pt x="896647" y="3859476"/>
                </a:lnTo>
                <a:lnTo>
                  <a:pt x="868802" y="3855454"/>
                </a:lnTo>
                <a:lnTo>
                  <a:pt x="861387" y="3846530"/>
                </a:lnTo>
                <a:lnTo>
                  <a:pt x="853328" y="3844851"/>
                </a:lnTo>
                <a:lnTo>
                  <a:pt x="837793" y="3837299"/>
                </a:lnTo>
                <a:lnTo>
                  <a:pt x="831463" y="3847488"/>
                </a:lnTo>
                <a:lnTo>
                  <a:pt x="819270" y="3850797"/>
                </a:lnTo>
                <a:lnTo>
                  <a:pt x="814713" y="3861258"/>
                </a:lnTo>
                <a:lnTo>
                  <a:pt x="791627" y="3877885"/>
                </a:lnTo>
                <a:lnTo>
                  <a:pt x="772872" y="3927827"/>
                </a:lnTo>
                <a:lnTo>
                  <a:pt x="782304" y="3930414"/>
                </a:lnTo>
                <a:lnTo>
                  <a:pt x="770446" y="3962773"/>
                </a:lnTo>
                <a:lnTo>
                  <a:pt x="776247" y="3964344"/>
                </a:lnTo>
                <a:lnTo>
                  <a:pt x="768235" y="3984981"/>
                </a:lnTo>
                <a:lnTo>
                  <a:pt x="782064" y="3989122"/>
                </a:lnTo>
                <a:lnTo>
                  <a:pt x="781250" y="3991864"/>
                </a:lnTo>
                <a:lnTo>
                  <a:pt x="770877" y="3993355"/>
                </a:lnTo>
                <a:lnTo>
                  <a:pt x="760401" y="4022348"/>
                </a:lnTo>
                <a:lnTo>
                  <a:pt x="739502" y="4016657"/>
                </a:lnTo>
                <a:lnTo>
                  <a:pt x="734559" y="4029950"/>
                </a:lnTo>
                <a:lnTo>
                  <a:pt x="690166" y="4100064"/>
                </a:lnTo>
                <a:lnTo>
                  <a:pt x="697565" y="4194192"/>
                </a:lnTo>
                <a:lnTo>
                  <a:pt x="709657" y="4209660"/>
                </a:lnTo>
                <a:lnTo>
                  <a:pt x="760607" y="4204377"/>
                </a:lnTo>
                <a:lnTo>
                  <a:pt x="784644" y="4222169"/>
                </a:lnTo>
                <a:lnTo>
                  <a:pt x="823006" y="4259674"/>
                </a:lnTo>
                <a:lnTo>
                  <a:pt x="876295" y="4291796"/>
                </a:lnTo>
                <a:lnTo>
                  <a:pt x="896890" y="4287143"/>
                </a:lnTo>
                <a:lnTo>
                  <a:pt x="906315" y="4290877"/>
                </a:lnTo>
                <a:lnTo>
                  <a:pt x="918116" y="4289414"/>
                </a:lnTo>
                <a:lnTo>
                  <a:pt x="929312" y="4297770"/>
                </a:lnTo>
                <a:lnTo>
                  <a:pt x="934195" y="4305906"/>
                </a:lnTo>
                <a:lnTo>
                  <a:pt x="931753" y="4316911"/>
                </a:lnTo>
                <a:lnTo>
                  <a:pt x="923716" y="4322755"/>
                </a:lnTo>
                <a:lnTo>
                  <a:pt x="948961" y="4345865"/>
                </a:lnTo>
                <a:lnTo>
                  <a:pt x="967954" y="4344257"/>
                </a:lnTo>
                <a:lnTo>
                  <a:pt x="971767" y="4346153"/>
                </a:lnTo>
                <a:lnTo>
                  <a:pt x="974168" y="4350094"/>
                </a:lnTo>
                <a:lnTo>
                  <a:pt x="984775" y="4352191"/>
                </a:lnTo>
                <a:lnTo>
                  <a:pt x="995865" y="4357933"/>
                </a:lnTo>
                <a:lnTo>
                  <a:pt x="1001329" y="4367954"/>
                </a:lnTo>
                <a:lnTo>
                  <a:pt x="1002211" y="4374732"/>
                </a:lnTo>
                <a:lnTo>
                  <a:pt x="1000535" y="4380032"/>
                </a:lnTo>
                <a:lnTo>
                  <a:pt x="1006099" y="4393669"/>
                </a:lnTo>
                <a:lnTo>
                  <a:pt x="1006046" y="4397806"/>
                </a:lnTo>
                <a:lnTo>
                  <a:pt x="1031334" y="4412108"/>
                </a:lnTo>
                <a:lnTo>
                  <a:pt x="1038469" y="4416914"/>
                </a:lnTo>
                <a:lnTo>
                  <a:pt x="1041201" y="4421108"/>
                </a:lnTo>
                <a:lnTo>
                  <a:pt x="1046750" y="4422784"/>
                </a:lnTo>
                <a:lnTo>
                  <a:pt x="1043002" y="4428376"/>
                </a:lnTo>
                <a:lnTo>
                  <a:pt x="1047185" y="4434521"/>
                </a:lnTo>
                <a:lnTo>
                  <a:pt x="1055257" y="4434848"/>
                </a:lnTo>
                <a:lnTo>
                  <a:pt x="1059202" y="4438279"/>
                </a:lnTo>
                <a:lnTo>
                  <a:pt x="1059668" y="4442144"/>
                </a:lnTo>
                <a:lnTo>
                  <a:pt x="1063171" y="4441086"/>
                </a:lnTo>
                <a:lnTo>
                  <a:pt x="1065626" y="4443079"/>
                </a:lnTo>
                <a:lnTo>
                  <a:pt x="1073339" y="4440330"/>
                </a:lnTo>
                <a:lnTo>
                  <a:pt x="1077158" y="4441484"/>
                </a:lnTo>
                <a:lnTo>
                  <a:pt x="1110922" y="4430175"/>
                </a:lnTo>
                <a:lnTo>
                  <a:pt x="1115308" y="4430341"/>
                </a:lnTo>
                <a:lnTo>
                  <a:pt x="1121888" y="4432626"/>
                </a:lnTo>
                <a:lnTo>
                  <a:pt x="1131818" y="4432428"/>
                </a:lnTo>
                <a:lnTo>
                  <a:pt x="1138052" y="4434744"/>
                </a:lnTo>
                <a:lnTo>
                  <a:pt x="1143865" y="4442889"/>
                </a:lnTo>
                <a:lnTo>
                  <a:pt x="1154522" y="4442722"/>
                </a:lnTo>
                <a:lnTo>
                  <a:pt x="1159990" y="4448716"/>
                </a:lnTo>
                <a:lnTo>
                  <a:pt x="1165060" y="4451060"/>
                </a:lnTo>
                <a:lnTo>
                  <a:pt x="1166438" y="4454624"/>
                </a:lnTo>
                <a:lnTo>
                  <a:pt x="1163972" y="4455913"/>
                </a:lnTo>
                <a:lnTo>
                  <a:pt x="1167881" y="4456531"/>
                </a:lnTo>
                <a:lnTo>
                  <a:pt x="1169532" y="4459026"/>
                </a:lnTo>
                <a:lnTo>
                  <a:pt x="1166619" y="4458473"/>
                </a:lnTo>
                <a:lnTo>
                  <a:pt x="1164770" y="4460396"/>
                </a:lnTo>
                <a:lnTo>
                  <a:pt x="1167409" y="4461860"/>
                </a:lnTo>
                <a:lnTo>
                  <a:pt x="1171719" y="4475908"/>
                </a:lnTo>
                <a:lnTo>
                  <a:pt x="1178289" y="4488442"/>
                </a:lnTo>
                <a:lnTo>
                  <a:pt x="1177392" y="4495161"/>
                </a:lnTo>
                <a:lnTo>
                  <a:pt x="1174156" y="4496592"/>
                </a:lnTo>
                <a:lnTo>
                  <a:pt x="1182635" y="4496957"/>
                </a:lnTo>
                <a:lnTo>
                  <a:pt x="1189351" y="4494237"/>
                </a:lnTo>
                <a:lnTo>
                  <a:pt x="1192443" y="4498160"/>
                </a:lnTo>
                <a:lnTo>
                  <a:pt x="1205703" y="4506193"/>
                </a:lnTo>
                <a:lnTo>
                  <a:pt x="1211413" y="4512887"/>
                </a:lnTo>
                <a:lnTo>
                  <a:pt x="1219260" y="4514835"/>
                </a:lnTo>
                <a:lnTo>
                  <a:pt x="1229663" y="4527613"/>
                </a:lnTo>
                <a:lnTo>
                  <a:pt x="1232485" y="4534187"/>
                </a:lnTo>
                <a:lnTo>
                  <a:pt x="1235172" y="4531250"/>
                </a:lnTo>
                <a:lnTo>
                  <a:pt x="1238765" y="4532792"/>
                </a:lnTo>
                <a:lnTo>
                  <a:pt x="1247944" y="4509836"/>
                </a:lnTo>
                <a:lnTo>
                  <a:pt x="1246965" y="4506718"/>
                </a:lnTo>
                <a:lnTo>
                  <a:pt x="1241909" y="4508659"/>
                </a:lnTo>
                <a:lnTo>
                  <a:pt x="1237186" y="4504318"/>
                </a:lnTo>
                <a:lnTo>
                  <a:pt x="1229161" y="4457852"/>
                </a:lnTo>
                <a:lnTo>
                  <a:pt x="1225038" y="4448532"/>
                </a:lnTo>
                <a:lnTo>
                  <a:pt x="1215824" y="4399159"/>
                </a:lnTo>
                <a:lnTo>
                  <a:pt x="1218925" y="4392279"/>
                </a:lnTo>
                <a:lnTo>
                  <a:pt x="1258722" y="4368887"/>
                </a:lnTo>
                <a:lnTo>
                  <a:pt x="1270820" y="4367771"/>
                </a:lnTo>
                <a:lnTo>
                  <a:pt x="1292777" y="4372140"/>
                </a:lnTo>
                <a:lnTo>
                  <a:pt x="1318445" y="4381878"/>
                </a:lnTo>
                <a:lnTo>
                  <a:pt x="1306369" y="4403842"/>
                </a:lnTo>
                <a:lnTo>
                  <a:pt x="1326930" y="4410181"/>
                </a:lnTo>
                <a:lnTo>
                  <a:pt x="1317630" y="4419970"/>
                </a:lnTo>
                <a:lnTo>
                  <a:pt x="1337155" y="4414459"/>
                </a:lnTo>
                <a:lnTo>
                  <a:pt x="1343443" y="4430018"/>
                </a:lnTo>
                <a:lnTo>
                  <a:pt x="1369076" y="4432377"/>
                </a:lnTo>
                <a:lnTo>
                  <a:pt x="1378809" y="4425289"/>
                </a:lnTo>
                <a:lnTo>
                  <a:pt x="1390292" y="4436429"/>
                </a:lnTo>
                <a:lnTo>
                  <a:pt x="1409637" y="4426932"/>
                </a:lnTo>
                <a:lnTo>
                  <a:pt x="1413356" y="4443065"/>
                </a:lnTo>
                <a:lnTo>
                  <a:pt x="1423751" y="4452447"/>
                </a:lnTo>
                <a:lnTo>
                  <a:pt x="1421191" y="4471638"/>
                </a:lnTo>
                <a:lnTo>
                  <a:pt x="1442838" y="4472797"/>
                </a:lnTo>
                <a:lnTo>
                  <a:pt x="1436409" y="4492200"/>
                </a:lnTo>
                <a:lnTo>
                  <a:pt x="1452523" y="4502093"/>
                </a:lnTo>
                <a:lnTo>
                  <a:pt x="1465175" y="4515053"/>
                </a:lnTo>
                <a:lnTo>
                  <a:pt x="1476866" y="4506817"/>
                </a:lnTo>
                <a:lnTo>
                  <a:pt x="1493678" y="4517440"/>
                </a:lnTo>
                <a:lnTo>
                  <a:pt x="1493264" y="4507516"/>
                </a:lnTo>
                <a:lnTo>
                  <a:pt x="1528188" y="4517751"/>
                </a:lnTo>
                <a:lnTo>
                  <a:pt x="1530032" y="4536700"/>
                </a:lnTo>
                <a:lnTo>
                  <a:pt x="1545610" y="4540174"/>
                </a:lnTo>
                <a:lnTo>
                  <a:pt x="1553661" y="4544242"/>
                </a:lnTo>
                <a:lnTo>
                  <a:pt x="1547769" y="4561019"/>
                </a:lnTo>
                <a:lnTo>
                  <a:pt x="1553031" y="4566872"/>
                </a:lnTo>
                <a:lnTo>
                  <a:pt x="1565740" y="4570734"/>
                </a:lnTo>
                <a:lnTo>
                  <a:pt x="1584299" y="4571286"/>
                </a:lnTo>
                <a:lnTo>
                  <a:pt x="1601456" y="4581904"/>
                </a:lnTo>
                <a:lnTo>
                  <a:pt x="1617457" y="4596221"/>
                </a:lnTo>
                <a:lnTo>
                  <a:pt x="1618432" y="4601281"/>
                </a:lnTo>
                <a:lnTo>
                  <a:pt x="1631337" y="4599327"/>
                </a:lnTo>
                <a:lnTo>
                  <a:pt x="1643458" y="4608311"/>
                </a:lnTo>
                <a:lnTo>
                  <a:pt x="1638754" y="4590949"/>
                </a:lnTo>
                <a:lnTo>
                  <a:pt x="1655617" y="4584263"/>
                </a:lnTo>
                <a:lnTo>
                  <a:pt x="1679557" y="4589156"/>
                </a:lnTo>
                <a:lnTo>
                  <a:pt x="1683870" y="4595294"/>
                </a:lnTo>
                <a:lnTo>
                  <a:pt x="1694330" y="4598773"/>
                </a:lnTo>
                <a:lnTo>
                  <a:pt x="1692396" y="4608177"/>
                </a:lnTo>
                <a:lnTo>
                  <a:pt x="1685837" y="4612917"/>
                </a:lnTo>
                <a:lnTo>
                  <a:pt x="1690905" y="4636625"/>
                </a:lnTo>
                <a:lnTo>
                  <a:pt x="1702635" y="4646321"/>
                </a:lnTo>
                <a:lnTo>
                  <a:pt x="1701256" y="4634212"/>
                </a:lnTo>
                <a:lnTo>
                  <a:pt x="1707267" y="4639046"/>
                </a:lnTo>
                <a:lnTo>
                  <a:pt x="1704931" y="4643818"/>
                </a:lnTo>
                <a:lnTo>
                  <a:pt x="1720284" y="4646351"/>
                </a:lnTo>
                <a:lnTo>
                  <a:pt x="1722409" y="4639876"/>
                </a:lnTo>
                <a:lnTo>
                  <a:pt x="1734414" y="4633464"/>
                </a:lnTo>
                <a:lnTo>
                  <a:pt x="1737606" y="4636219"/>
                </a:lnTo>
                <a:lnTo>
                  <a:pt x="1722287" y="4645182"/>
                </a:lnTo>
                <a:lnTo>
                  <a:pt x="1736980" y="4649790"/>
                </a:lnTo>
                <a:lnTo>
                  <a:pt x="1745105" y="4648764"/>
                </a:lnTo>
                <a:lnTo>
                  <a:pt x="1745281" y="4658357"/>
                </a:lnTo>
                <a:lnTo>
                  <a:pt x="1759852" y="4655913"/>
                </a:lnTo>
                <a:lnTo>
                  <a:pt x="1763358" y="4647096"/>
                </a:lnTo>
                <a:lnTo>
                  <a:pt x="1778465" y="4649161"/>
                </a:lnTo>
                <a:lnTo>
                  <a:pt x="1760747" y="4661836"/>
                </a:lnTo>
                <a:lnTo>
                  <a:pt x="1764585" y="4663896"/>
                </a:lnTo>
                <a:lnTo>
                  <a:pt x="1761192" y="4669968"/>
                </a:lnTo>
                <a:lnTo>
                  <a:pt x="1777590" y="4674056"/>
                </a:lnTo>
                <a:lnTo>
                  <a:pt x="1776122" y="4664361"/>
                </a:lnTo>
                <a:lnTo>
                  <a:pt x="1789504" y="4665367"/>
                </a:lnTo>
                <a:lnTo>
                  <a:pt x="1801938" y="4650653"/>
                </a:lnTo>
                <a:lnTo>
                  <a:pt x="1822909" y="4653473"/>
                </a:lnTo>
                <a:lnTo>
                  <a:pt x="1817629" y="4669443"/>
                </a:lnTo>
                <a:lnTo>
                  <a:pt x="1824974" y="4677231"/>
                </a:lnTo>
                <a:lnTo>
                  <a:pt x="1837227" y="4669051"/>
                </a:lnTo>
                <a:lnTo>
                  <a:pt x="1842174" y="4681707"/>
                </a:lnTo>
                <a:lnTo>
                  <a:pt x="1822065" y="4696183"/>
                </a:lnTo>
                <a:lnTo>
                  <a:pt x="1840466" y="4716444"/>
                </a:lnTo>
                <a:lnTo>
                  <a:pt x="1843423" y="4699045"/>
                </a:lnTo>
                <a:lnTo>
                  <a:pt x="1856553" y="4703047"/>
                </a:lnTo>
                <a:lnTo>
                  <a:pt x="1896574" y="4732892"/>
                </a:lnTo>
                <a:lnTo>
                  <a:pt x="1903217" y="4734906"/>
                </a:lnTo>
                <a:lnTo>
                  <a:pt x="2051116" y="4761903"/>
                </a:lnTo>
                <a:lnTo>
                  <a:pt x="2054359" y="4764648"/>
                </a:lnTo>
                <a:lnTo>
                  <a:pt x="2061640" y="4780601"/>
                </a:lnTo>
                <a:lnTo>
                  <a:pt x="2079363" y="4804687"/>
                </a:lnTo>
                <a:lnTo>
                  <a:pt x="2077189" y="4847155"/>
                </a:lnTo>
                <a:lnTo>
                  <a:pt x="2140225" y="4919134"/>
                </a:lnTo>
                <a:lnTo>
                  <a:pt x="2147095" y="4925867"/>
                </a:lnTo>
                <a:lnTo>
                  <a:pt x="2156189" y="4929473"/>
                </a:lnTo>
                <a:lnTo>
                  <a:pt x="2180979" y="4956370"/>
                </a:lnTo>
                <a:lnTo>
                  <a:pt x="2178336" y="4974088"/>
                </a:lnTo>
                <a:lnTo>
                  <a:pt x="2185889" y="4982821"/>
                </a:lnTo>
                <a:lnTo>
                  <a:pt x="2181751" y="4990223"/>
                </a:lnTo>
                <a:lnTo>
                  <a:pt x="2173494" y="4991603"/>
                </a:lnTo>
                <a:lnTo>
                  <a:pt x="2161913" y="4990604"/>
                </a:lnTo>
                <a:lnTo>
                  <a:pt x="2159276" y="4991452"/>
                </a:lnTo>
                <a:lnTo>
                  <a:pt x="2158791" y="4993496"/>
                </a:lnTo>
                <a:lnTo>
                  <a:pt x="2160327" y="4997137"/>
                </a:lnTo>
                <a:lnTo>
                  <a:pt x="2168158" y="4999916"/>
                </a:lnTo>
                <a:lnTo>
                  <a:pt x="2169229" y="5006006"/>
                </a:lnTo>
                <a:lnTo>
                  <a:pt x="2180479" y="5000431"/>
                </a:lnTo>
                <a:lnTo>
                  <a:pt x="2189625" y="5014691"/>
                </a:lnTo>
                <a:lnTo>
                  <a:pt x="2178337" y="5018320"/>
                </a:lnTo>
                <a:lnTo>
                  <a:pt x="2174890" y="5028155"/>
                </a:lnTo>
                <a:lnTo>
                  <a:pt x="2177948" y="5032227"/>
                </a:lnTo>
                <a:lnTo>
                  <a:pt x="2197345" y="5024319"/>
                </a:lnTo>
                <a:lnTo>
                  <a:pt x="2206443" y="5025062"/>
                </a:lnTo>
                <a:lnTo>
                  <a:pt x="2240870" y="5021708"/>
                </a:lnTo>
                <a:lnTo>
                  <a:pt x="2247259" y="5012968"/>
                </a:lnTo>
                <a:lnTo>
                  <a:pt x="2249227" y="5006089"/>
                </a:lnTo>
                <a:lnTo>
                  <a:pt x="2247761" y="5002273"/>
                </a:lnTo>
                <a:lnTo>
                  <a:pt x="2237473" y="4999563"/>
                </a:lnTo>
                <a:lnTo>
                  <a:pt x="2235683" y="4994363"/>
                </a:lnTo>
                <a:lnTo>
                  <a:pt x="2239086" y="4988153"/>
                </a:lnTo>
                <a:lnTo>
                  <a:pt x="2244108" y="4985088"/>
                </a:lnTo>
                <a:lnTo>
                  <a:pt x="2244898" y="4980553"/>
                </a:lnTo>
                <a:lnTo>
                  <a:pt x="2262889" y="4984338"/>
                </a:lnTo>
                <a:lnTo>
                  <a:pt x="2292345" y="4983770"/>
                </a:lnTo>
                <a:lnTo>
                  <a:pt x="2306095" y="4988036"/>
                </a:lnTo>
                <a:lnTo>
                  <a:pt x="2327589" y="4998491"/>
                </a:lnTo>
                <a:lnTo>
                  <a:pt x="2330236" y="5000385"/>
                </a:lnTo>
                <a:lnTo>
                  <a:pt x="2329086" y="5005537"/>
                </a:lnTo>
                <a:lnTo>
                  <a:pt x="2333994" y="5011866"/>
                </a:lnTo>
                <a:lnTo>
                  <a:pt x="2333778" y="5023503"/>
                </a:lnTo>
                <a:lnTo>
                  <a:pt x="2354716" y="5039786"/>
                </a:lnTo>
                <a:lnTo>
                  <a:pt x="2360622" y="5041692"/>
                </a:lnTo>
                <a:lnTo>
                  <a:pt x="2374058" y="5050449"/>
                </a:lnTo>
                <a:lnTo>
                  <a:pt x="2369018" y="5060158"/>
                </a:lnTo>
                <a:lnTo>
                  <a:pt x="2367402" y="5092970"/>
                </a:lnTo>
                <a:lnTo>
                  <a:pt x="2388182" y="5104330"/>
                </a:lnTo>
                <a:lnTo>
                  <a:pt x="2448783" y="5132668"/>
                </a:lnTo>
                <a:lnTo>
                  <a:pt x="2495269" y="5161743"/>
                </a:lnTo>
                <a:lnTo>
                  <a:pt x="2531215" y="5178864"/>
                </a:lnTo>
                <a:lnTo>
                  <a:pt x="2539798" y="5189612"/>
                </a:lnTo>
                <a:lnTo>
                  <a:pt x="2544100" y="5189363"/>
                </a:lnTo>
                <a:lnTo>
                  <a:pt x="2557424" y="5194679"/>
                </a:lnTo>
                <a:lnTo>
                  <a:pt x="2562384" y="5198614"/>
                </a:lnTo>
                <a:lnTo>
                  <a:pt x="2627190" y="5205306"/>
                </a:lnTo>
                <a:lnTo>
                  <a:pt x="2753078" y="5306310"/>
                </a:lnTo>
                <a:lnTo>
                  <a:pt x="2763336" y="5304898"/>
                </a:lnTo>
                <a:lnTo>
                  <a:pt x="2772269" y="5306214"/>
                </a:lnTo>
                <a:lnTo>
                  <a:pt x="2785952" y="5312632"/>
                </a:lnTo>
                <a:lnTo>
                  <a:pt x="2794561" y="5320972"/>
                </a:lnTo>
                <a:lnTo>
                  <a:pt x="2834215" y="5346755"/>
                </a:lnTo>
                <a:lnTo>
                  <a:pt x="2848270" y="5361540"/>
                </a:lnTo>
                <a:lnTo>
                  <a:pt x="2866835" y="5365505"/>
                </a:lnTo>
                <a:lnTo>
                  <a:pt x="2896315" y="5358232"/>
                </a:lnTo>
                <a:lnTo>
                  <a:pt x="2895432" y="5339153"/>
                </a:lnTo>
                <a:lnTo>
                  <a:pt x="2900892" y="5330997"/>
                </a:lnTo>
                <a:lnTo>
                  <a:pt x="2910364" y="5324708"/>
                </a:lnTo>
                <a:lnTo>
                  <a:pt x="2910439" y="5317781"/>
                </a:lnTo>
                <a:lnTo>
                  <a:pt x="2921820" y="5306152"/>
                </a:lnTo>
                <a:lnTo>
                  <a:pt x="2925602" y="5298176"/>
                </a:lnTo>
                <a:lnTo>
                  <a:pt x="2935493" y="5290810"/>
                </a:lnTo>
                <a:lnTo>
                  <a:pt x="2938326" y="5282763"/>
                </a:lnTo>
                <a:lnTo>
                  <a:pt x="2946008" y="5275862"/>
                </a:lnTo>
                <a:lnTo>
                  <a:pt x="2973131" y="5275558"/>
                </a:lnTo>
                <a:lnTo>
                  <a:pt x="3013715" y="5280465"/>
                </a:lnTo>
                <a:lnTo>
                  <a:pt x="3036827" y="5281180"/>
                </a:lnTo>
                <a:lnTo>
                  <a:pt x="3057370" y="5284490"/>
                </a:lnTo>
                <a:lnTo>
                  <a:pt x="3067368" y="5283391"/>
                </a:lnTo>
                <a:lnTo>
                  <a:pt x="3078699" y="5299499"/>
                </a:lnTo>
                <a:lnTo>
                  <a:pt x="3089961" y="5311053"/>
                </a:lnTo>
                <a:lnTo>
                  <a:pt x="3091513" y="5316704"/>
                </a:lnTo>
                <a:lnTo>
                  <a:pt x="3102739" y="5326865"/>
                </a:lnTo>
                <a:lnTo>
                  <a:pt x="3118465" y="5337066"/>
                </a:lnTo>
                <a:lnTo>
                  <a:pt x="3129252" y="5351988"/>
                </a:lnTo>
                <a:lnTo>
                  <a:pt x="3160740" y="5360454"/>
                </a:lnTo>
                <a:lnTo>
                  <a:pt x="3165455" y="5350603"/>
                </a:lnTo>
                <a:lnTo>
                  <a:pt x="3192702" y="5364261"/>
                </a:lnTo>
                <a:lnTo>
                  <a:pt x="3229559" y="5378081"/>
                </a:lnTo>
                <a:lnTo>
                  <a:pt x="3255803" y="5404675"/>
                </a:lnTo>
                <a:lnTo>
                  <a:pt x="3282124" y="5417356"/>
                </a:lnTo>
                <a:lnTo>
                  <a:pt x="3342513" y="5462038"/>
                </a:lnTo>
                <a:lnTo>
                  <a:pt x="3381133" y="5483239"/>
                </a:lnTo>
                <a:lnTo>
                  <a:pt x="3417251" y="5497706"/>
                </a:lnTo>
                <a:lnTo>
                  <a:pt x="3435192" y="5524293"/>
                </a:lnTo>
                <a:lnTo>
                  <a:pt x="3457961" y="5545078"/>
                </a:lnTo>
                <a:lnTo>
                  <a:pt x="3471245" y="5550622"/>
                </a:lnTo>
                <a:lnTo>
                  <a:pt x="3488269" y="5562469"/>
                </a:lnTo>
                <a:lnTo>
                  <a:pt x="3499809" y="5566270"/>
                </a:lnTo>
                <a:lnTo>
                  <a:pt x="3513607" y="5573858"/>
                </a:lnTo>
                <a:lnTo>
                  <a:pt x="3542523" y="5576495"/>
                </a:lnTo>
                <a:lnTo>
                  <a:pt x="3552789" y="5568980"/>
                </a:lnTo>
                <a:lnTo>
                  <a:pt x="3555264" y="5571389"/>
                </a:lnTo>
                <a:lnTo>
                  <a:pt x="3562420" y="5570865"/>
                </a:lnTo>
                <a:lnTo>
                  <a:pt x="3565278" y="5567337"/>
                </a:lnTo>
                <a:lnTo>
                  <a:pt x="3574517" y="5566365"/>
                </a:lnTo>
                <a:lnTo>
                  <a:pt x="3593352" y="5559918"/>
                </a:lnTo>
                <a:lnTo>
                  <a:pt x="3610725" y="5564510"/>
                </a:lnTo>
                <a:lnTo>
                  <a:pt x="3619906" y="5563233"/>
                </a:lnTo>
                <a:lnTo>
                  <a:pt x="3622762" y="5565513"/>
                </a:lnTo>
                <a:lnTo>
                  <a:pt x="3632598" y="5561815"/>
                </a:lnTo>
                <a:lnTo>
                  <a:pt x="3638572" y="5562211"/>
                </a:lnTo>
                <a:lnTo>
                  <a:pt x="3674474" y="5550185"/>
                </a:lnTo>
                <a:lnTo>
                  <a:pt x="3684815" y="5552172"/>
                </a:lnTo>
                <a:lnTo>
                  <a:pt x="3692391" y="5543493"/>
                </a:lnTo>
                <a:lnTo>
                  <a:pt x="3698232" y="5541425"/>
                </a:lnTo>
                <a:lnTo>
                  <a:pt x="3714538" y="5545832"/>
                </a:lnTo>
                <a:lnTo>
                  <a:pt x="3724810" y="5537590"/>
                </a:lnTo>
                <a:lnTo>
                  <a:pt x="3725144" y="5534815"/>
                </a:lnTo>
                <a:lnTo>
                  <a:pt x="3737776" y="5537674"/>
                </a:lnTo>
                <a:lnTo>
                  <a:pt x="3757522" y="5532679"/>
                </a:lnTo>
                <a:lnTo>
                  <a:pt x="3768124" y="5522223"/>
                </a:lnTo>
                <a:lnTo>
                  <a:pt x="3770837" y="5529877"/>
                </a:lnTo>
                <a:lnTo>
                  <a:pt x="3787587" y="5532143"/>
                </a:lnTo>
                <a:lnTo>
                  <a:pt x="3797709" y="5530518"/>
                </a:lnTo>
                <a:lnTo>
                  <a:pt x="3809514" y="5522358"/>
                </a:lnTo>
                <a:lnTo>
                  <a:pt x="3812711" y="5529046"/>
                </a:lnTo>
                <a:lnTo>
                  <a:pt x="3816490" y="5528796"/>
                </a:lnTo>
                <a:lnTo>
                  <a:pt x="3819859" y="5522468"/>
                </a:lnTo>
                <a:lnTo>
                  <a:pt x="3817067" y="5535143"/>
                </a:lnTo>
                <a:lnTo>
                  <a:pt x="3817364" y="5545106"/>
                </a:lnTo>
                <a:lnTo>
                  <a:pt x="3822143" y="5553990"/>
                </a:lnTo>
                <a:lnTo>
                  <a:pt x="3828949" y="5558265"/>
                </a:lnTo>
                <a:lnTo>
                  <a:pt x="3832010" y="5563466"/>
                </a:lnTo>
                <a:lnTo>
                  <a:pt x="3827949" y="5570620"/>
                </a:lnTo>
                <a:lnTo>
                  <a:pt x="3827266" y="5575695"/>
                </a:lnTo>
                <a:lnTo>
                  <a:pt x="3829544" y="5577544"/>
                </a:lnTo>
                <a:lnTo>
                  <a:pt x="3829284" y="5581213"/>
                </a:lnTo>
                <a:lnTo>
                  <a:pt x="3826015" y="5583140"/>
                </a:lnTo>
                <a:lnTo>
                  <a:pt x="3829141" y="5586533"/>
                </a:lnTo>
                <a:lnTo>
                  <a:pt x="3824281" y="5590089"/>
                </a:lnTo>
                <a:lnTo>
                  <a:pt x="3827222" y="5593017"/>
                </a:lnTo>
                <a:lnTo>
                  <a:pt x="3834420" y="5594161"/>
                </a:lnTo>
                <a:lnTo>
                  <a:pt x="3832884" y="5597289"/>
                </a:lnTo>
                <a:lnTo>
                  <a:pt x="3834479" y="5599334"/>
                </a:lnTo>
                <a:lnTo>
                  <a:pt x="3838659" y="5597184"/>
                </a:lnTo>
                <a:lnTo>
                  <a:pt x="3840628" y="5598041"/>
                </a:lnTo>
                <a:lnTo>
                  <a:pt x="3846369" y="5604774"/>
                </a:lnTo>
                <a:lnTo>
                  <a:pt x="3847483" y="5609209"/>
                </a:lnTo>
                <a:lnTo>
                  <a:pt x="3844275" y="5610558"/>
                </a:lnTo>
                <a:lnTo>
                  <a:pt x="3843607" y="5613299"/>
                </a:lnTo>
                <a:lnTo>
                  <a:pt x="3849453" y="5612315"/>
                </a:lnTo>
                <a:lnTo>
                  <a:pt x="3849849" y="5616760"/>
                </a:lnTo>
                <a:lnTo>
                  <a:pt x="3853256" y="5616221"/>
                </a:lnTo>
                <a:lnTo>
                  <a:pt x="3854798" y="5622845"/>
                </a:lnTo>
                <a:lnTo>
                  <a:pt x="3851772" y="5625226"/>
                </a:lnTo>
                <a:lnTo>
                  <a:pt x="3855530" y="5629500"/>
                </a:lnTo>
                <a:lnTo>
                  <a:pt x="3850125" y="5633571"/>
                </a:lnTo>
                <a:lnTo>
                  <a:pt x="3853737" y="5636476"/>
                </a:lnTo>
                <a:lnTo>
                  <a:pt x="3851465" y="5638531"/>
                </a:lnTo>
                <a:lnTo>
                  <a:pt x="3846766" y="5638977"/>
                </a:lnTo>
                <a:lnTo>
                  <a:pt x="3853739" y="5641725"/>
                </a:lnTo>
                <a:lnTo>
                  <a:pt x="3849462" y="5645010"/>
                </a:lnTo>
                <a:lnTo>
                  <a:pt x="3853239" y="5653982"/>
                </a:lnTo>
                <a:lnTo>
                  <a:pt x="3851627" y="5656097"/>
                </a:lnTo>
                <a:lnTo>
                  <a:pt x="3860290" y="5662006"/>
                </a:lnTo>
                <a:lnTo>
                  <a:pt x="3864036" y="5667215"/>
                </a:lnTo>
                <a:lnTo>
                  <a:pt x="3863466" y="5673154"/>
                </a:lnTo>
                <a:lnTo>
                  <a:pt x="3869720" y="5675300"/>
                </a:lnTo>
                <a:lnTo>
                  <a:pt x="3876347" y="5682168"/>
                </a:lnTo>
                <a:lnTo>
                  <a:pt x="3872326" y="5685608"/>
                </a:lnTo>
                <a:lnTo>
                  <a:pt x="3870647" y="5694972"/>
                </a:lnTo>
                <a:lnTo>
                  <a:pt x="3868079" y="5695871"/>
                </a:lnTo>
                <a:lnTo>
                  <a:pt x="3866793" y="5700959"/>
                </a:lnTo>
                <a:lnTo>
                  <a:pt x="3870996" y="5708934"/>
                </a:lnTo>
                <a:lnTo>
                  <a:pt x="3861875" y="5714124"/>
                </a:lnTo>
                <a:lnTo>
                  <a:pt x="3866034" y="5721092"/>
                </a:lnTo>
                <a:lnTo>
                  <a:pt x="3859729" y="5722221"/>
                </a:lnTo>
                <a:lnTo>
                  <a:pt x="3857713" y="5725122"/>
                </a:lnTo>
                <a:lnTo>
                  <a:pt x="3855498" y="5724667"/>
                </a:lnTo>
                <a:lnTo>
                  <a:pt x="3855853" y="5726493"/>
                </a:lnTo>
                <a:lnTo>
                  <a:pt x="3858832" y="5727145"/>
                </a:lnTo>
                <a:lnTo>
                  <a:pt x="3855054" y="5731142"/>
                </a:lnTo>
                <a:lnTo>
                  <a:pt x="3856497" y="5732681"/>
                </a:lnTo>
                <a:lnTo>
                  <a:pt x="3859907" y="5731503"/>
                </a:lnTo>
                <a:lnTo>
                  <a:pt x="3858485" y="5733278"/>
                </a:lnTo>
                <a:lnTo>
                  <a:pt x="3860770" y="5735176"/>
                </a:lnTo>
                <a:lnTo>
                  <a:pt x="3859079" y="5735879"/>
                </a:lnTo>
                <a:lnTo>
                  <a:pt x="3861382" y="5737225"/>
                </a:lnTo>
                <a:lnTo>
                  <a:pt x="3859403" y="5739099"/>
                </a:lnTo>
                <a:lnTo>
                  <a:pt x="3859777" y="5742344"/>
                </a:lnTo>
                <a:lnTo>
                  <a:pt x="3858283" y="5742586"/>
                </a:lnTo>
                <a:lnTo>
                  <a:pt x="3863047" y="5745715"/>
                </a:lnTo>
                <a:lnTo>
                  <a:pt x="3860064" y="5748423"/>
                </a:lnTo>
                <a:lnTo>
                  <a:pt x="3863640" y="5748248"/>
                </a:lnTo>
                <a:lnTo>
                  <a:pt x="3862995" y="5751158"/>
                </a:lnTo>
                <a:lnTo>
                  <a:pt x="3866189" y="5749066"/>
                </a:lnTo>
                <a:lnTo>
                  <a:pt x="3863744" y="5752156"/>
                </a:lnTo>
                <a:lnTo>
                  <a:pt x="3865918" y="5753320"/>
                </a:lnTo>
                <a:lnTo>
                  <a:pt x="3865292" y="5755822"/>
                </a:lnTo>
                <a:lnTo>
                  <a:pt x="3867689" y="5754811"/>
                </a:lnTo>
                <a:lnTo>
                  <a:pt x="3868688" y="5757317"/>
                </a:lnTo>
                <a:lnTo>
                  <a:pt x="3866554" y="5759010"/>
                </a:lnTo>
                <a:lnTo>
                  <a:pt x="3868844" y="5759464"/>
                </a:lnTo>
                <a:lnTo>
                  <a:pt x="3866029" y="5763337"/>
                </a:lnTo>
                <a:lnTo>
                  <a:pt x="3865041" y="5761562"/>
                </a:lnTo>
                <a:lnTo>
                  <a:pt x="3860091" y="5761478"/>
                </a:lnTo>
                <a:lnTo>
                  <a:pt x="3861331" y="5766748"/>
                </a:lnTo>
                <a:lnTo>
                  <a:pt x="3856145" y="5764332"/>
                </a:lnTo>
                <a:lnTo>
                  <a:pt x="3853847" y="5765159"/>
                </a:lnTo>
                <a:lnTo>
                  <a:pt x="3854840" y="5776397"/>
                </a:lnTo>
                <a:lnTo>
                  <a:pt x="3851924" y="5776612"/>
                </a:lnTo>
                <a:lnTo>
                  <a:pt x="3852247" y="5783467"/>
                </a:lnTo>
                <a:lnTo>
                  <a:pt x="3911182" y="5786417"/>
                </a:lnTo>
                <a:lnTo>
                  <a:pt x="3930816" y="5790789"/>
                </a:lnTo>
                <a:lnTo>
                  <a:pt x="3966862" y="5784197"/>
                </a:lnTo>
                <a:lnTo>
                  <a:pt x="3986498" y="5787253"/>
                </a:lnTo>
                <a:lnTo>
                  <a:pt x="4011640" y="5788308"/>
                </a:lnTo>
                <a:lnTo>
                  <a:pt x="4081429" y="5785252"/>
                </a:lnTo>
                <a:lnTo>
                  <a:pt x="4093387" y="5796967"/>
                </a:lnTo>
                <a:lnTo>
                  <a:pt x="4099521" y="5813981"/>
                </a:lnTo>
                <a:lnTo>
                  <a:pt x="4110698" y="5824822"/>
                </a:lnTo>
                <a:lnTo>
                  <a:pt x="4125343" y="5829198"/>
                </a:lnTo>
                <a:lnTo>
                  <a:pt x="4187228" y="5841388"/>
                </a:lnTo>
                <a:lnTo>
                  <a:pt x="4205105" y="5847527"/>
                </a:lnTo>
                <a:lnTo>
                  <a:pt x="4253193" y="5842860"/>
                </a:lnTo>
                <a:lnTo>
                  <a:pt x="4359083" y="5837086"/>
                </a:lnTo>
                <a:lnTo>
                  <a:pt x="4386693" y="5840924"/>
                </a:lnTo>
                <a:lnTo>
                  <a:pt x="4396296" y="5850851"/>
                </a:lnTo>
                <a:lnTo>
                  <a:pt x="4413435" y="5876756"/>
                </a:lnTo>
                <a:lnTo>
                  <a:pt x="4421863" y="5885123"/>
                </a:lnTo>
                <a:lnTo>
                  <a:pt x="4431924" y="5891826"/>
                </a:lnTo>
                <a:lnTo>
                  <a:pt x="4448397" y="5897933"/>
                </a:lnTo>
                <a:lnTo>
                  <a:pt x="4486401" y="5925226"/>
                </a:lnTo>
                <a:lnTo>
                  <a:pt x="4478540" y="5946739"/>
                </a:lnTo>
                <a:lnTo>
                  <a:pt x="4487006" y="5962099"/>
                </a:lnTo>
                <a:lnTo>
                  <a:pt x="4512916" y="5985049"/>
                </a:lnTo>
                <a:lnTo>
                  <a:pt x="4519731" y="5983768"/>
                </a:lnTo>
                <a:lnTo>
                  <a:pt x="4524776" y="5987407"/>
                </a:lnTo>
                <a:lnTo>
                  <a:pt x="4528719" y="5984841"/>
                </a:lnTo>
                <a:lnTo>
                  <a:pt x="4539878" y="5988888"/>
                </a:lnTo>
                <a:lnTo>
                  <a:pt x="4537454" y="5985684"/>
                </a:lnTo>
                <a:lnTo>
                  <a:pt x="4541146" y="5982020"/>
                </a:lnTo>
                <a:lnTo>
                  <a:pt x="4540662" y="5980252"/>
                </a:lnTo>
                <a:lnTo>
                  <a:pt x="4548108" y="5980954"/>
                </a:lnTo>
                <a:lnTo>
                  <a:pt x="4551050" y="5984221"/>
                </a:lnTo>
                <a:lnTo>
                  <a:pt x="4556644" y="5985849"/>
                </a:lnTo>
                <a:lnTo>
                  <a:pt x="4560479" y="5984675"/>
                </a:lnTo>
                <a:lnTo>
                  <a:pt x="4563519" y="5985735"/>
                </a:lnTo>
                <a:lnTo>
                  <a:pt x="4569383" y="5983542"/>
                </a:lnTo>
                <a:lnTo>
                  <a:pt x="4571174" y="5979286"/>
                </a:lnTo>
                <a:lnTo>
                  <a:pt x="4581434" y="5976852"/>
                </a:lnTo>
                <a:lnTo>
                  <a:pt x="4579570" y="5974053"/>
                </a:lnTo>
                <a:lnTo>
                  <a:pt x="4585222" y="5971663"/>
                </a:lnTo>
                <a:lnTo>
                  <a:pt x="4589088" y="5973292"/>
                </a:lnTo>
                <a:lnTo>
                  <a:pt x="4587605" y="5964349"/>
                </a:lnTo>
                <a:lnTo>
                  <a:pt x="4595432" y="5958384"/>
                </a:lnTo>
                <a:lnTo>
                  <a:pt x="4599529" y="5958405"/>
                </a:lnTo>
                <a:lnTo>
                  <a:pt x="4601480" y="5955546"/>
                </a:lnTo>
                <a:lnTo>
                  <a:pt x="4606286" y="5956564"/>
                </a:lnTo>
                <a:lnTo>
                  <a:pt x="4604619" y="5947475"/>
                </a:lnTo>
                <a:lnTo>
                  <a:pt x="4607493" y="5941492"/>
                </a:lnTo>
                <a:lnTo>
                  <a:pt x="4617010" y="5940297"/>
                </a:lnTo>
                <a:lnTo>
                  <a:pt x="4623230" y="5934442"/>
                </a:lnTo>
                <a:lnTo>
                  <a:pt x="4621277" y="5928903"/>
                </a:lnTo>
                <a:lnTo>
                  <a:pt x="4623166" y="5925101"/>
                </a:lnTo>
                <a:lnTo>
                  <a:pt x="4619635" y="5922454"/>
                </a:lnTo>
                <a:lnTo>
                  <a:pt x="4619344" y="5917195"/>
                </a:lnTo>
                <a:lnTo>
                  <a:pt x="4628565" y="5910846"/>
                </a:lnTo>
                <a:lnTo>
                  <a:pt x="4633276" y="5910431"/>
                </a:lnTo>
                <a:lnTo>
                  <a:pt x="4640159" y="5904646"/>
                </a:lnTo>
                <a:lnTo>
                  <a:pt x="4643823" y="5899174"/>
                </a:lnTo>
                <a:lnTo>
                  <a:pt x="4644535" y="5892075"/>
                </a:lnTo>
                <a:lnTo>
                  <a:pt x="4648727" y="5890244"/>
                </a:lnTo>
                <a:lnTo>
                  <a:pt x="4643856" y="5883328"/>
                </a:lnTo>
                <a:lnTo>
                  <a:pt x="4637003" y="5882960"/>
                </a:lnTo>
                <a:lnTo>
                  <a:pt x="4638567" y="5880798"/>
                </a:lnTo>
                <a:lnTo>
                  <a:pt x="4629282" y="5876320"/>
                </a:lnTo>
                <a:lnTo>
                  <a:pt x="4627586" y="5870290"/>
                </a:lnTo>
                <a:lnTo>
                  <a:pt x="4618660" y="5862635"/>
                </a:lnTo>
                <a:lnTo>
                  <a:pt x="4621189" y="5858914"/>
                </a:lnTo>
                <a:lnTo>
                  <a:pt x="4618292" y="5855262"/>
                </a:lnTo>
                <a:lnTo>
                  <a:pt x="4627362" y="5850040"/>
                </a:lnTo>
                <a:lnTo>
                  <a:pt x="4632582" y="5850149"/>
                </a:lnTo>
                <a:lnTo>
                  <a:pt x="4635750" y="5847322"/>
                </a:lnTo>
                <a:lnTo>
                  <a:pt x="4639568" y="5837099"/>
                </a:lnTo>
                <a:lnTo>
                  <a:pt x="4637186" y="5834323"/>
                </a:lnTo>
                <a:lnTo>
                  <a:pt x="4637038" y="5829990"/>
                </a:lnTo>
                <a:lnTo>
                  <a:pt x="4640289" y="5826723"/>
                </a:lnTo>
                <a:lnTo>
                  <a:pt x="4638866" y="5825590"/>
                </a:lnTo>
                <a:lnTo>
                  <a:pt x="4634900" y="5827654"/>
                </a:lnTo>
                <a:lnTo>
                  <a:pt x="4631983" y="5826213"/>
                </a:lnTo>
                <a:lnTo>
                  <a:pt x="4632040" y="5822758"/>
                </a:lnTo>
                <a:lnTo>
                  <a:pt x="4623833" y="5821561"/>
                </a:lnTo>
                <a:lnTo>
                  <a:pt x="4624244" y="5818631"/>
                </a:lnTo>
                <a:lnTo>
                  <a:pt x="4628259" y="5814702"/>
                </a:lnTo>
                <a:lnTo>
                  <a:pt x="4624117" y="5810854"/>
                </a:lnTo>
                <a:lnTo>
                  <a:pt x="4891007" y="5822931"/>
                </a:lnTo>
                <a:lnTo>
                  <a:pt x="5145160" y="5941101"/>
                </a:lnTo>
                <a:lnTo>
                  <a:pt x="5183880" y="5969256"/>
                </a:lnTo>
                <a:lnTo>
                  <a:pt x="5194098" y="5963152"/>
                </a:lnTo>
                <a:lnTo>
                  <a:pt x="5213470" y="5955304"/>
                </a:lnTo>
                <a:lnTo>
                  <a:pt x="5217671" y="5950121"/>
                </a:lnTo>
                <a:lnTo>
                  <a:pt x="5218552" y="5944169"/>
                </a:lnTo>
                <a:lnTo>
                  <a:pt x="5227059" y="5939085"/>
                </a:lnTo>
                <a:lnTo>
                  <a:pt x="5232005" y="5933762"/>
                </a:lnTo>
                <a:lnTo>
                  <a:pt x="5235378" y="5926065"/>
                </a:lnTo>
                <a:lnTo>
                  <a:pt x="5234065" y="5917962"/>
                </a:lnTo>
                <a:lnTo>
                  <a:pt x="5220342" y="5917951"/>
                </a:lnTo>
                <a:lnTo>
                  <a:pt x="5195768" y="5914838"/>
                </a:lnTo>
                <a:lnTo>
                  <a:pt x="5199012" y="5898984"/>
                </a:lnTo>
                <a:lnTo>
                  <a:pt x="5194144" y="5890901"/>
                </a:lnTo>
                <a:lnTo>
                  <a:pt x="5189374" y="5876376"/>
                </a:lnTo>
                <a:lnTo>
                  <a:pt x="5189415" y="5872942"/>
                </a:lnTo>
                <a:lnTo>
                  <a:pt x="5191671" y="5870431"/>
                </a:lnTo>
                <a:lnTo>
                  <a:pt x="5207013" y="5863931"/>
                </a:lnTo>
                <a:lnTo>
                  <a:pt x="5243748" y="5856409"/>
                </a:lnTo>
                <a:lnTo>
                  <a:pt x="5264728" y="5846715"/>
                </a:lnTo>
                <a:lnTo>
                  <a:pt x="5277700" y="5848899"/>
                </a:lnTo>
                <a:lnTo>
                  <a:pt x="5280106" y="5850991"/>
                </a:lnTo>
                <a:lnTo>
                  <a:pt x="5278884" y="5853954"/>
                </a:lnTo>
                <a:lnTo>
                  <a:pt x="5282125" y="5856729"/>
                </a:lnTo>
                <a:lnTo>
                  <a:pt x="5301789" y="5853386"/>
                </a:lnTo>
                <a:lnTo>
                  <a:pt x="5305941" y="5850254"/>
                </a:lnTo>
                <a:lnTo>
                  <a:pt x="5313665" y="5855634"/>
                </a:lnTo>
                <a:lnTo>
                  <a:pt x="5319773" y="5855187"/>
                </a:lnTo>
                <a:lnTo>
                  <a:pt x="5319486" y="5858925"/>
                </a:lnTo>
                <a:lnTo>
                  <a:pt x="5327085" y="5853507"/>
                </a:lnTo>
                <a:lnTo>
                  <a:pt x="5336103" y="5853133"/>
                </a:lnTo>
                <a:lnTo>
                  <a:pt x="5341464" y="5850771"/>
                </a:lnTo>
                <a:lnTo>
                  <a:pt x="5343771" y="5857338"/>
                </a:lnTo>
                <a:lnTo>
                  <a:pt x="5344564" y="5855554"/>
                </a:lnTo>
                <a:lnTo>
                  <a:pt x="5347996" y="5857717"/>
                </a:lnTo>
                <a:lnTo>
                  <a:pt x="5348810" y="5855522"/>
                </a:lnTo>
                <a:lnTo>
                  <a:pt x="5352172" y="5855452"/>
                </a:lnTo>
                <a:lnTo>
                  <a:pt x="5352225" y="5858482"/>
                </a:lnTo>
                <a:lnTo>
                  <a:pt x="5354972" y="5857505"/>
                </a:lnTo>
                <a:lnTo>
                  <a:pt x="5356899" y="5860933"/>
                </a:lnTo>
                <a:lnTo>
                  <a:pt x="5360071" y="5859474"/>
                </a:lnTo>
                <a:lnTo>
                  <a:pt x="5364641" y="5864341"/>
                </a:lnTo>
                <a:lnTo>
                  <a:pt x="5367989" y="5862812"/>
                </a:lnTo>
                <a:lnTo>
                  <a:pt x="5372824" y="5866378"/>
                </a:lnTo>
                <a:lnTo>
                  <a:pt x="5378125" y="5865686"/>
                </a:lnTo>
                <a:lnTo>
                  <a:pt x="5376581" y="5859961"/>
                </a:lnTo>
                <a:lnTo>
                  <a:pt x="5378866" y="5858379"/>
                </a:lnTo>
                <a:lnTo>
                  <a:pt x="5382640" y="5859290"/>
                </a:lnTo>
                <a:lnTo>
                  <a:pt x="5383445" y="5856168"/>
                </a:lnTo>
                <a:lnTo>
                  <a:pt x="5388078" y="5857078"/>
                </a:lnTo>
                <a:lnTo>
                  <a:pt x="5397558" y="5854128"/>
                </a:lnTo>
                <a:lnTo>
                  <a:pt x="5407505" y="5854838"/>
                </a:lnTo>
                <a:lnTo>
                  <a:pt x="5410593" y="5846927"/>
                </a:lnTo>
                <a:lnTo>
                  <a:pt x="5418941" y="5839174"/>
                </a:lnTo>
                <a:lnTo>
                  <a:pt x="5415120" y="5832845"/>
                </a:lnTo>
                <a:lnTo>
                  <a:pt x="5417794" y="5831941"/>
                </a:lnTo>
                <a:lnTo>
                  <a:pt x="5419319" y="5826031"/>
                </a:lnTo>
                <a:lnTo>
                  <a:pt x="5424758" y="5822810"/>
                </a:lnTo>
                <a:lnTo>
                  <a:pt x="5429561" y="5808403"/>
                </a:lnTo>
                <a:lnTo>
                  <a:pt x="5431999" y="5809872"/>
                </a:lnTo>
                <a:lnTo>
                  <a:pt x="5438293" y="5805668"/>
                </a:lnTo>
                <a:lnTo>
                  <a:pt x="5445249" y="5806607"/>
                </a:lnTo>
                <a:lnTo>
                  <a:pt x="5453355" y="5803224"/>
                </a:lnTo>
                <a:lnTo>
                  <a:pt x="5453989" y="5799939"/>
                </a:lnTo>
                <a:lnTo>
                  <a:pt x="5458754" y="5799066"/>
                </a:lnTo>
                <a:lnTo>
                  <a:pt x="5462579" y="5783672"/>
                </a:lnTo>
                <a:lnTo>
                  <a:pt x="5460802" y="5780688"/>
                </a:lnTo>
                <a:lnTo>
                  <a:pt x="5462607" y="5780018"/>
                </a:lnTo>
                <a:lnTo>
                  <a:pt x="5463818" y="5774272"/>
                </a:lnTo>
                <a:lnTo>
                  <a:pt x="5461577" y="5766159"/>
                </a:lnTo>
                <a:lnTo>
                  <a:pt x="5474325" y="5760777"/>
                </a:lnTo>
                <a:lnTo>
                  <a:pt x="5477004" y="5763541"/>
                </a:lnTo>
                <a:lnTo>
                  <a:pt x="5483783" y="5763727"/>
                </a:lnTo>
                <a:lnTo>
                  <a:pt x="5484817" y="5770382"/>
                </a:lnTo>
                <a:lnTo>
                  <a:pt x="5492673" y="5773498"/>
                </a:lnTo>
                <a:lnTo>
                  <a:pt x="5499345" y="5772486"/>
                </a:lnTo>
                <a:lnTo>
                  <a:pt x="5509388" y="5765674"/>
                </a:lnTo>
                <a:lnTo>
                  <a:pt x="5515739" y="5766310"/>
                </a:lnTo>
                <a:lnTo>
                  <a:pt x="5518326" y="5764287"/>
                </a:lnTo>
                <a:lnTo>
                  <a:pt x="5524473" y="5767096"/>
                </a:lnTo>
                <a:lnTo>
                  <a:pt x="5523044" y="5771793"/>
                </a:lnTo>
                <a:lnTo>
                  <a:pt x="5524689" y="5774551"/>
                </a:lnTo>
                <a:lnTo>
                  <a:pt x="5522335" y="5775545"/>
                </a:lnTo>
                <a:lnTo>
                  <a:pt x="5521220" y="5783070"/>
                </a:lnTo>
                <a:lnTo>
                  <a:pt x="5523112" y="5785573"/>
                </a:lnTo>
                <a:lnTo>
                  <a:pt x="5516584" y="5790348"/>
                </a:lnTo>
                <a:lnTo>
                  <a:pt x="5518727" y="5792035"/>
                </a:lnTo>
                <a:lnTo>
                  <a:pt x="5517751" y="5795156"/>
                </a:lnTo>
                <a:lnTo>
                  <a:pt x="5521796" y="5799757"/>
                </a:lnTo>
                <a:lnTo>
                  <a:pt x="5521889" y="5803414"/>
                </a:lnTo>
                <a:lnTo>
                  <a:pt x="5525451" y="5803292"/>
                </a:lnTo>
                <a:lnTo>
                  <a:pt x="5527550" y="5805682"/>
                </a:lnTo>
                <a:lnTo>
                  <a:pt x="5539279" y="5805946"/>
                </a:lnTo>
                <a:lnTo>
                  <a:pt x="5543447" y="5808321"/>
                </a:lnTo>
                <a:lnTo>
                  <a:pt x="5543880" y="5810908"/>
                </a:lnTo>
                <a:lnTo>
                  <a:pt x="5548103" y="5811556"/>
                </a:lnTo>
                <a:lnTo>
                  <a:pt x="5548652" y="5815619"/>
                </a:lnTo>
                <a:lnTo>
                  <a:pt x="5553978" y="5817850"/>
                </a:lnTo>
                <a:lnTo>
                  <a:pt x="5558509" y="5816722"/>
                </a:lnTo>
                <a:lnTo>
                  <a:pt x="5563436" y="5819456"/>
                </a:lnTo>
                <a:lnTo>
                  <a:pt x="5568917" y="5819890"/>
                </a:lnTo>
                <a:lnTo>
                  <a:pt x="5571757" y="5823301"/>
                </a:lnTo>
                <a:lnTo>
                  <a:pt x="5575716" y="5818514"/>
                </a:lnTo>
                <a:lnTo>
                  <a:pt x="5589111" y="5822784"/>
                </a:lnTo>
                <a:lnTo>
                  <a:pt x="5592682" y="5827920"/>
                </a:lnTo>
                <a:lnTo>
                  <a:pt x="5586823" y="5834795"/>
                </a:lnTo>
                <a:lnTo>
                  <a:pt x="5591437" y="5838730"/>
                </a:lnTo>
                <a:lnTo>
                  <a:pt x="5590057" y="5850256"/>
                </a:lnTo>
                <a:lnTo>
                  <a:pt x="5592334" y="5855023"/>
                </a:lnTo>
                <a:lnTo>
                  <a:pt x="5605316" y="5857636"/>
                </a:lnTo>
                <a:lnTo>
                  <a:pt x="5606958" y="5849015"/>
                </a:lnTo>
                <a:lnTo>
                  <a:pt x="5614132" y="5844969"/>
                </a:lnTo>
                <a:lnTo>
                  <a:pt x="5619666" y="5838713"/>
                </a:lnTo>
                <a:lnTo>
                  <a:pt x="5628504" y="5843210"/>
                </a:lnTo>
                <a:lnTo>
                  <a:pt x="5634358" y="5840633"/>
                </a:lnTo>
                <a:lnTo>
                  <a:pt x="5636723" y="5842566"/>
                </a:lnTo>
                <a:lnTo>
                  <a:pt x="5642059" y="5842095"/>
                </a:lnTo>
                <a:lnTo>
                  <a:pt x="5646322" y="5843744"/>
                </a:lnTo>
                <a:lnTo>
                  <a:pt x="5646903" y="5846953"/>
                </a:lnTo>
                <a:lnTo>
                  <a:pt x="5652500" y="5851195"/>
                </a:lnTo>
                <a:lnTo>
                  <a:pt x="5651526" y="5859606"/>
                </a:lnTo>
                <a:lnTo>
                  <a:pt x="5668004" y="5871440"/>
                </a:lnTo>
                <a:lnTo>
                  <a:pt x="5669158" y="5880346"/>
                </a:lnTo>
                <a:lnTo>
                  <a:pt x="5674566" y="5887114"/>
                </a:lnTo>
                <a:lnTo>
                  <a:pt x="5673869" y="5894122"/>
                </a:lnTo>
                <a:lnTo>
                  <a:pt x="5675734" y="5897801"/>
                </a:lnTo>
                <a:lnTo>
                  <a:pt x="5671471" y="5904483"/>
                </a:lnTo>
                <a:lnTo>
                  <a:pt x="5672490" y="5910938"/>
                </a:lnTo>
                <a:lnTo>
                  <a:pt x="5679666" y="5909889"/>
                </a:lnTo>
                <a:lnTo>
                  <a:pt x="5683034" y="5915882"/>
                </a:lnTo>
                <a:lnTo>
                  <a:pt x="5691065" y="5923814"/>
                </a:lnTo>
                <a:lnTo>
                  <a:pt x="5694304" y="5924301"/>
                </a:lnTo>
                <a:lnTo>
                  <a:pt x="5697592" y="5919056"/>
                </a:lnTo>
                <a:lnTo>
                  <a:pt x="5701022" y="5917156"/>
                </a:lnTo>
                <a:lnTo>
                  <a:pt x="5716632" y="5923354"/>
                </a:lnTo>
                <a:lnTo>
                  <a:pt x="5721076" y="5927021"/>
                </a:lnTo>
                <a:lnTo>
                  <a:pt x="5734188" y="5929295"/>
                </a:lnTo>
                <a:lnTo>
                  <a:pt x="5738855" y="5932667"/>
                </a:lnTo>
                <a:lnTo>
                  <a:pt x="5745021" y="5932161"/>
                </a:lnTo>
                <a:lnTo>
                  <a:pt x="5757132" y="5936495"/>
                </a:lnTo>
                <a:lnTo>
                  <a:pt x="5766673" y="5937371"/>
                </a:lnTo>
                <a:lnTo>
                  <a:pt x="5785046" y="5935204"/>
                </a:lnTo>
                <a:lnTo>
                  <a:pt x="5786402" y="5933576"/>
                </a:lnTo>
                <a:lnTo>
                  <a:pt x="5803852" y="5938689"/>
                </a:lnTo>
                <a:lnTo>
                  <a:pt x="5808840" y="5943652"/>
                </a:lnTo>
                <a:lnTo>
                  <a:pt x="5814991" y="5941042"/>
                </a:lnTo>
                <a:lnTo>
                  <a:pt x="5817069" y="5942136"/>
                </a:lnTo>
                <a:lnTo>
                  <a:pt x="5825662" y="5941022"/>
                </a:lnTo>
                <a:lnTo>
                  <a:pt x="5830728" y="5943256"/>
                </a:lnTo>
                <a:lnTo>
                  <a:pt x="5835057" y="5940550"/>
                </a:lnTo>
                <a:lnTo>
                  <a:pt x="5842513" y="5941631"/>
                </a:lnTo>
                <a:lnTo>
                  <a:pt x="5847120" y="5939117"/>
                </a:lnTo>
                <a:lnTo>
                  <a:pt x="5860207" y="5942025"/>
                </a:lnTo>
                <a:lnTo>
                  <a:pt x="5867133" y="5941233"/>
                </a:lnTo>
                <a:lnTo>
                  <a:pt x="5870315" y="5943137"/>
                </a:lnTo>
                <a:lnTo>
                  <a:pt x="5873349" y="5948934"/>
                </a:lnTo>
                <a:lnTo>
                  <a:pt x="5886695" y="5950867"/>
                </a:lnTo>
                <a:lnTo>
                  <a:pt x="5891551" y="5954166"/>
                </a:lnTo>
                <a:lnTo>
                  <a:pt x="5894969" y="5953702"/>
                </a:lnTo>
                <a:lnTo>
                  <a:pt x="5896576" y="5957235"/>
                </a:lnTo>
                <a:lnTo>
                  <a:pt x="5900712" y="5959119"/>
                </a:lnTo>
                <a:lnTo>
                  <a:pt x="5903754" y="5958732"/>
                </a:lnTo>
                <a:lnTo>
                  <a:pt x="5908752" y="5950409"/>
                </a:lnTo>
                <a:lnTo>
                  <a:pt x="5919929" y="5955134"/>
                </a:lnTo>
                <a:lnTo>
                  <a:pt x="5941006" y="5959728"/>
                </a:lnTo>
                <a:lnTo>
                  <a:pt x="5948868" y="5959881"/>
                </a:lnTo>
                <a:lnTo>
                  <a:pt x="5954805" y="5961988"/>
                </a:lnTo>
                <a:lnTo>
                  <a:pt x="5961174" y="5960929"/>
                </a:lnTo>
                <a:lnTo>
                  <a:pt x="5976291" y="5965143"/>
                </a:lnTo>
                <a:lnTo>
                  <a:pt x="6013422" y="5968225"/>
                </a:lnTo>
                <a:lnTo>
                  <a:pt x="6038759" y="5975643"/>
                </a:lnTo>
                <a:lnTo>
                  <a:pt x="6056611" y="5978751"/>
                </a:lnTo>
                <a:lnTo>
                  <a:pt x="6063895" y="5982689"/>
                </a:lnTo>
                <a:lnTo>
                  <a:pt x="6076482" y="5979798"/>
                </a:lnTo>
                <a:lnTo>
                  <a:pt x="6081151" y="5981597"/>
                </a:lnTo>
                <a:lnTo>
                  <a:pt x="6112735" y="6029656"/>
                </a:lnTo>
                <a:lnTo>
                  <a:pt x="6151516" y="6100271"/>
                </a:lnTo>
                <a:lnTo>
                  <a:pt x="6155954" y="6109366"/>
                </a:lnTo>
                <a:lnTo>
                  <a:pt x="6155410" y="6112418"/>
                </a:lnTo>
                <a:lnTo>
                  <a:pt x="6157544" y="6115338"/>
                </a:lnTo>
                <a:lnTo>
                  <a:pt x="6160522" y="6115936"/>
                </a:lnTo>
                <a:lnTo>
                  <a:pt x="6162181" y="6126062"/>
                </a:lnTo>
                <a:lnTo>
                  <a:pt x="6158281" y="6125943"/>
                </a:lnTo>
                <a:lnTo>
                  <a:pt x="6157279" y="6128090"/>
                </a:lnTo>
                <a:lnTo>
                  <a:pt x="6154784" y="6128395"/>
                </a:lnTo>
                <a:lnTo>
                  <a:pt x="6157829" y="6133080"/>
                </a:lnTo>
                <a:lnTo>
                  <a:pt x="6149859" y="6143113"/>
                </a:lnTo>
                <a:lnTo>
                  <a:pt x="6153435" y="6147972"/>
                </a:lnTo>
                <a:lnTo>
                  <a:pt x="6151459" y="6157714"/>
                </a:lnTo>
                <a:lnTo>
                  <a:pt x="6148322" y="6160977"/>
                </a:lnTo>
                <a:lnTo>
                  <a:pt x="6151094" y="6160754"/>
                </a:lnTo>
                <a:lnTo>
                  <a:pt x="6150849" y="6163606"/>
                </a:lnTo>
                <a:lnTo>
                  <a:pt x="6153882" y="6162807"/>
                </a:lnTo>
                <a:lnTo>
                  <a:pt x="6153447" y="6165231"/>
                </a:lnTo>
                <a:lnTo>
                  <a:pt x="6155472" y="6167097"/>
                </a:lnTo>
                <a:lnTo>
                  <a:pt x="6150994" y="6167661"/>
                </a:lnTo>
                <a:lnTo>
                  <a:pt x="6153593" y="6170197"/>
                </a:lnTo>
                <a:lnTo>
                  <a:pt x="6143637" y="6178544"/>
                </a:lnTo>
                <a:lnTo>
                  <a:pt x="6144616" y="6180072"/>
                </a:lnTo>
                <a:lnTo>
                  <a:pt x="6149065" y="6179349"/>
                </a:lnTo>
                <a:lnTo>
                  <a:pt x="6150301" y="6181053"/>
                </a:lnTo>
                <a:lnTo>
                  <a:pt x="6146116" y="6183819"/>
                </a:lnTo>
                <a:lnTo>
                  <a:pt x="6145598" y="6188483"/>
                </a:lnTo>
                <a:lnTo>
                  <a:pt x="6151017" y="6192392"/>
                </a:lnTo>
                <a:lnTo>
                  <a:pt x="6154370" y="6190533"/>
                </a:lnTo>
                <a:lnTo>
                  <a:pt x="6157205" y="6193296"/>
                </a:lnTo>
                <a:lnTo>
                  <a:pt x="6151979" y="6198391"/>
                </a:lnTo>
                <a:lnTo>
                  <a:pt x="6152136" y="6200259"/>
                </a:lnTo>
                <a:lnTo>
                  <a:pt x="6149661" y="6201069"/>
                </a:lnTo>
                <a:lnTo>
                  <a:pt x="6153041" y="6203477"/>
                </a:lnTo>
                <a:lnTo>
                  <a:pt x="6153444" y="6211036"/>
                </a:lnTo>
                <a:lnTo>
                  <a:pt x="6146117" y="6223257"/>
                </a:lnTo>
                <a:lnTo>
                  <a:pt x="6148264" y="6224017"/>
                </a:lnTo>
                <a:lnTo>
                  <a:pt x="6146647" y="6228061"/>
                </a:lnTo>
                <a:lnTo>
                  <a:pt x="6147930" y="6230321"/>
                </a:lnTo>
                <a:lnTo>
                  <a:pt x="6143629" y="6238194"/>
                </a:lnTo>
                <a:lnTo>
                  <a:pt x="6145691" y="6240184"/>
                </a:lnTo>
                <a:lnTo>
                  <a:pt x="6145663" y="6244896"/>
                </a:lnTo>
                <a:lnTo>
                  <a:pt x="6140547" y="6246236"/>
                </a:lnTo>
                <a:lnTo>
                  <a:pt x="6137299" y="6250595"/>
                </a:lnTo>
                <a:lnTo>
                  <a:pt x="6138600" y="6254376"/>
                </a:lnTo>
                <a:lnTo>
                  <a:pt x="6143100" y="6252560"/>
                </a:lnTo>
                <a:lnTo>
                  <a:pt x="6141776" y="6254617"/>
                </a:lnTo>
                <a:lnTo>
                  <a:pt x="6144000" y="6259117"/>
                </a:lnTo>
                <a:lnTo>
                  <a:pt x="6142907" y="6267196"/>
                </a:lnTo>
                <a:lnTo>
                  <a:pt x="6141929" y="6268000"/>
                </a:lnTo>
                <a:lnTo>
                  <a:pt x="6137330" y="6265178"/>
                </a:lnTo>
                <a:lnTo>
                  <a:pt x="6134555" y="6270627"/>
                </a:lnTo>
                <a:lnTo>
                  <a:pt x="6131255" y="6269359"/>
                </a:lnTo>
                <a:lnTo>
                  <a:pt x="6130880" y="6271845"/>
                </a:lnTo>
                <a:lnTo>
                  <a:pt x="6133703" y="6271356"/>
                </a:lnTo>
                <a:lnTo>
                  <a:pt x="6137820" y="6273743"/>
                </a:lnTo>
                <a:lnTo>
                  <a:pt x="6133292" y="6274283"/>
                </a:lnTo>
                <a:lnTo>
                  <a:pt x="6132747" y="6277652"/>
                </a:lnTo>
                <a:lnTo>
                  <a:pt x="6129414" y="6275833"/>
                </a:lnTo>
                <a:lnTo>
                  <a:pt x="6131263" y="6279185"/>
                </a:lnTo>
                <a:lnTo>
                  <a:pt x="6129070" y="6278642"/>
                </a:lnTo>
                <a:lnTo>
                  <a:pt x="6123007" y="6283734"/>
                </a:lnTo>
                <a:lnTo>
                  <a:pt x="6119881" y="6281640"/>
                </a:lnTo>
                <a:lnTo>
                  <a:pt x="6118661" y="6284485"/>
                </a:lnTo>
                <a:lnTo>
                  <a:pt x="6123649" y="6285465"/>
                </a:lnTo>
                <a:lnTo>
                  <a:pt x="6123556" y="6287286"/>
                </a:lnTo>
                <a:lnTo>
                  <a:pt x="6117341" y="6285938"/>
                </a:lnTo>
                <a:lnTo>
                  <a:pt x="6117429" y="6289546"/>
                </a:lnTo>
                <a:lnTo>
                  <a:pt x="6113373" y="6290051"/>
                </a:lnTo>
                <a:lnTo>
                  <a:pt x="6112227" y="6293076"/>
                </a:lnTo>
                <a:lnTo>
                  <a:pt x="6110916" y="6290889"/>
                </a:lnTo>
                <a:lnTo>
                  <a:pt x="6109440" y="6292064"/>
                </a:lnTo>
                <a:lnTo>
                  <a:pt x="6110738" y="6297360"/>
                </a:lnTo>
                <a:lnTo>
                  <a:pt x="6106067" y="6303488"/>
                </a:lnTo>
                <a:lnTo>
                  <a:pt x="6108262" y="6305927"/>
                </a:lnTo>
                <a:lnTo>
                  <a:pt x="6105483" y="6310985"/>
                </a:lnTo>
                <a:lnTo>
                  <a:pt x="6108780" y="6312263"/>
                </a:lnTo>
                <a:lnTo>
                  <a:pt x="6107413" y="6315085"/>
                </a:lnTo>
                <a:lnTo>
                  <a:pt x="6109451" y="6320893"/>
                </a:lnTo>
                <a:lnTo>
                  <a:pt x="6105692" y="6321442"/>
                </a:lnTo>
                <a:lnTo>
                  <a:pt x="6107183" y="6323652"/>
                </a:lnTo>
                <a:lnTo>
                  <a:pt x="6105227" y="6324277"/>
                </a:lnTo>
                <a:lnTo>
                  <a:pt x="6105331" y="6326779"/>
                </a:lnTo>
                <a:lnTo>
                  <a:pt x="6149119" y="6343675"/>
                </a:lnTo>
                <a:lnTo>
                  <a:pt x="6174537" y="6349889"/>
                </a:lnTo>
                <a:lnTo>
                  <a:pt x="6184180" y="6356507"/>
                </a:lnTo>
                <a:lnTo>
                  <a:pt x="6189447" y="6356469"/>
                </a:lnTo>
                <a:lnTo>
                  <a:pt x="6198113" y="6365001"/>
                </a:lnTo>
                <a:lnTo>
                  <a:pt x="6205454" y="6365972"/>
                </a:lnTo>
                <a:lnTo>
                  <a:pt x="6207892" y="6364241"/>
                </a:lnTo>
                <a:lnTo>
                  <a:pt x="6239889" y="6378673"/>
                </a:lnTo>
                <a:lnTo>
                  <a:pt x="6244391" y="6375914"/>
                </a:lnTo>
                <a:lnTo>
                  <a:pt x="6249280" y="6366620"/>
                </a:lnTo>
                <a:lnTo>
                  <a:pt x="6259162" y="6360834"/>
                </a:lnTo>
                <a:lnTo>
                  <a:pt x="6270461" y="6365212"/>
                </a:lnTo>
                <a:lnTo>
                  <a:pt x="6272333" y="6372495"/>
                </a:lnTo>
                <a:lnTo>
                  <a:pt x="6274212" y="6368981"/>
                </a:lnTo>
                <a:lnTo>
                  <a:pt x="6275369" y="6371430"/>
                </a:lnTo>
                <a:lnTo>
                  <a:pt x="6277731" y="6371416"/>
                </a:lnTo>
                <a:lnTo>
                  <a:pt x="6274790" y="6383817"/>
                </a:lnTo>
                <a:lnTo>
                  <a:pt x="6277311" y="6383461"/>
                </a:lnTo>
                <a:lnTo>
                  <a:pt x="6278562" y="6385440"/>
                </a:lnTo>
                <a:lnTo>
                  <a:pt x="6280242" y="6382502"/>
                </a:lnTo>
                <a:lnTo>
                  <a:pt x="6281483" y="6384428"/>
                </a:lnTo>
                <a:lnTo>
                  <a:pt x="6279836" y="6385168"/>
                </a:lnTo>
                <a:lnTo>
                  <a:pt x="6283376" y="6387053"/>
                </a:lnTo>
                <a:lnTo>
                  <a:pt x="6287566" y="6377093"/>
                </a:lnTo>
                <a:lnTo>
                  <a:pt x="6289871" y="6377880"/>
                </a:lnTo>
                <a:lnTo>
                  <a:pt x="6291275" y="6381192"/>
                </a:lnTo>
                <a:lnTo>
                  <a:pt x="6292584" y="6376829"/>
                </a:lnTo>
                <a:lnTo>
                  <a:pt x="6300786" y="6372787"/>
                </a:lnTo>
                <a:lnTo>
                  <a:pt x="6299141" y="6372288"/>
                </a:lnTo>
                <a:lnTo>
                  <a:pt x="6298947" y="6369523"/>
                </a:lnTo>
                <a:lnTo>
                  <a:pt x="6300555" y="6367595"/>
                </a:lnTo>
                <a:lnTo>
                  <a:pt x="6302614" y="6369063"/>
                </a:lnTo>
                <a:lnTo>
                  <a:pt x="6303842" y="6365567"/>
                </a:lnTo>
                <a:lnTo>
                  <a:pt x="6302919" y="6364119"/>
                </a:lnTo>
                <a:lnTo>
                  <a:pt x="6299932" y="6365668"/>
                </a:lnTo>
                <a:lnTo>
                  <a:pt x="6299151" y="6364578"/>
                </a:lnTo>
                <a:lnTo>
                  <a:pt x="6301659" y="6360353"/>
                </a:lnTo>
                <a:lnTo>
                  <a:pt x="6303489" y="6360261"/>
                </a:lnTo>
                <a:lnTo>
                  <a:pt x="6303830" y="6362797"/>
                </a:lnTo>
                <a:lnTo>
                  <a:pt x="6305649" y="6363173"/>
                </a:lnTo>
                <a:lnTo>
                  <a:pt x="6305208" y="6357318"/>
                </a:lnTo>
                <a:lnTo>
                  <a:pt x="6306876" y="6360383"/>
                </a:lnTo>
                <a:lnTo>
                  <a:pt x="6310754" y="6357294"/>
                </a:lnTo>
                <a:lnTo>
                  <a:pt x="6321190" y="6357157"/>
                </a:lnTo>
                <a:lnTo>
                  <a:pt x="6336400" y="6365313"/>
                </a:lnTo>
                <a:lnTo>
                  <a:pt x="6355578" y="6372276"/>
                </a:lnTo>
                <a:lnTo>
                  <a:pt x="6356345" y="6373481"/>
                </a:lnTo>
                <a:lnTo>
                  <a:pt x="6353404" y="6374847"/>
                </a:lnTo>
                <a:lnTo>
                  <a:pt x="6351468" y="6378454"/>
                </a:lnTo>
                <a:lnTo>
                  <a:pt x="6353152" y="6379926"/>
                </a:lnTo>
                <a:lnTo>
                  <a:pt x="6352200" y="6382746"/>
                </a:lnTo>
                <a:lnTo>
                  <a:pt x="6350151" y="6383991"/>
                </a:lnTo>
                <a:lnTo>
                  <a:pt x="6359252" y="6384794"/>
                </a:lnTo>
                <a:lnTo>
                  <a:pt x="6359100" y="6390876"/>
                </a:lnTo>
                <a:lnTo>
                  <a:pt x="6355800" y="6390947"/>
                </a:lnTo>
                <a:lnTo>
                  <a:pt x="6358737" y="6393173"/>
                </a:lnTo>
                <a:lnTo>
                  <a:pt x="6356371" y="6396071"/>
                </a:lnTo>
                <a:lnTo>
                  <a:pt x="6357215" y="6398081"/>
                </a:lnTo>
                <a:lnTo>
                  <a:pt x="6360681" y="6395017"/>
                </a:lnTo>
                <a:lnTo>
                  <a:pt x="6360500" y="6396384"/>
                </a:lnTo>
                <a:lnTo>
                  <a:pt x="6367475" y="6400879"/>
                </a:lnTo>
                <a:lnTo>
                  <a:pt x="6370834" y="6402130"/>
                </a:lnTo>
                <a:lnTo>
                  <a:pt x="6372522" y="6401144"/>
                </a:lnTo>
                <a:lnTo>
                  <a:pt x="6372416" y="6402562"/>
                </a:lnTo>
                <a:lnTo>
                  <a:pt x="6375399" y="6403596"/>
                </a:lnTo>
                <a:lnTo>
                  <a:pt x="6395587" y="6408839"/>
                </a:lnTo>
                <a:lnTo>
                  <a:pt x="6398989" y="6418003"/>
                </a:lnTo>
                <a:lnTo>
                  <a:pt x="6400641" y="6418299"/>
                </a:lnTo>
                <a:lnTo>
                  <a:pt x="6399734" y="6415061"/>
                </a:lnTo>
                <a:lnTo>
                  <a:pt x="6403921" y="6414284"/>
                </a:lnTo>
                <a:lnTo>
                  <a:pt x="6408403" y="6417981"/>
                </a:lnTo>
                <a:lnTo>
                  <a:pt x="6420838" y="6420194"/>
                </a:lnTo>
                <a:lnTo>
                  <a:pt x="6429464" y="6419015"/>
                </a:lnTo>
                <a:lnTo>
                  <a:pt x="6437482" y="6420685"/>
                </a:lnTo>
                <a:lnTo>
                  <a:pt x="6443839" y="6419355"/>
                </a:lnTo>
                <a:lnTo>
                  <a:pt x="6472097" y="6430018"/>
                </a:lnTo>
                <a:lnTo>
                  <a:pt x="6476005" y="6428470"/>
                </a:lnTo>
                <a:lnTo>
                  <a:pt x="6482707" y="6429113"/>
                </a:lnTo>
                <a:lnTo>
                  <a:pt x="6484042" y="6431282"/>
                </a:lnTo>
                <a:lnTo>
                  <a:pt x="6486925" y="6431697"/>
                </a:lnTo>
                <a:lnTo>
                  <a:pt x="6486817" y="6433813"/>
                </a:lnTo>
                <a:lnTo>
                  <a:pt x="6501553" y="6453163"/>
                </a:lnTo>
                <a:lnTo>
                  <a:pt x="6497471" y="6454018"/>
                </a:lnTo>
                <a:lnTo>
                  <a:pt x="6501478" y="6458420"/>
                </a:lnTo>
                <a:lnTo>
                  <a:pt x="6499559" y="6462958"/>
                </a:lnTo>
                <a:lnTo>
                  <a:pt x="6496296" y="6463096"/>
                </a:lnTo>
                <a:lnTo>
                  <a:pt x="6491984" y="6466626"/>
                </a:lnTo>
                <a:lnTo>
                  <a:pt x="6494024" y="6469961"/>
                </a:lnTo>
                <a:lnTo>
                  <a:pt x="6491085" y="6471392"/>
                </a:lnTo>
                <a:lnTo>
                  <a:pt x="6493982" y="6474961"/>
                </a:lnTo>
                <a:lnTo>
                  <a:pt x="6491995" y="6476903"/>
                </a:lnTo>
                <a:lnTo>
                  <a:pt x="6492589" y="6480795"/>
                </a:lnTo>
                <a:lnTo>
                  <a:pt x="6488968" y="6481780"/>
                </a:lnTo>
                <a:lnTo>
                  <a:pt x="6526646" y="6486636"/>
                </a:lnTo>
                <a:lnTo>
                  <a:pt x="6529289" y="6489423"/>
                </a:lnTo>
                <a:lnTo>
                  <a:pt x="6527970" y="6493341"/>
                </a:lnTo>
                <a:lnTo>
                  <a:pt x="6529827" y="6497081"/>
                </a:lnTo>
                <a:lnTo>
                  <a:pt x="6522297" y="6493239"/>
                </a:lnTo>
                <a:lnTo>
                  <a:pt x="6519121" y="6494457"/>
                </a:lnTo>
                <a:lnTo>
                  <a:pt x="6518630" y="6497678"/>
                </a:lnTo>
                <a:lnTo>
                  <a:pt x="6531802" y="6506982"/>
                </a:lnTo>
                <a:lnTo>
                  <a:pt x="6553828" y="6510943"/>
                </a:lnTo>
                <a:lnTo>
                  <a:pt x="6590053" y="6514172"/>
                </a:lnTo>
                <a:lnTo>
                  <a:pt x="6587684" y="6515931"/>
                </a:lnTo>
                <a:lnTo>
                  <a:pt x="6588360" y="6517572"/>
                </a:lnTo>
                <a:lnTo>
                  <a:pt x="6591349" y="6516657"/>
                </a:lnTo>
                <a:lnTo>
                  <a:pt x="6596520" y="6518595"/>
                </a:lnTo>
                <a:lnTo>
                  <a:pt x="6598374" y="6516686"/>
                </a:lnTo>
                <a:lnTo>
                  <a:pt x="6592406" y="6523231"/>
                </a:lnTo>
                <a:lnTo>
                  <a:pt x="6590820" y="6519321"/>
                </a:lnTo>
                <a:lnTo>
                  <a:pt x="6587051" y="6521122"/>
                </a:lnTo>
                <a:lnTo>
                  <a:pt x="6584359" y="6518745"/>
                </a:lnTo>
                <a:lnTo>
                  <a:pt x="6586083" y="6522173"/>
                </a:lnTo>
                <a:lnTo>
                  <a:pt x="6588774" y="6521831"/>
                </a:lnTo>
                <a:lnTo>
                  <a:pt x="6588919" y="6523444"/>
                </a:lnTo>
                <a:lnTo>
                  <a:pt x="6581439" y="6526660"/>
                </a:lnTo>
                <a:lnTo>
                  <a:pt x="6578178" y="6525359"/>
                </a:lnTo>
                <a:lnTo>
                  <a:pt x="6576079" y="6527966"/>
                </a:lnTo>
                <a:lnTo>
                  <a:pt x="6576466" y="6531400"/>
                </a:lnTo>
                <a:lnTo>
                  <a:pt x="6571456" y="6527236"/>
                </a:lnTo>
                <a:lnTo>
                  <a:pt x="6569869" y="6530784"/>
                </a:lnTo>
                <a:lnTo>
                  <a:pt x="6561805" y="6530579"/>
                </a:lnTo>
                <a:lnTo>
                  <a:pt x="6560177" y="6536102"/>
                </a:lnTo>
                <a:lnTo>
                  <a:pt x="6562860" y="6539611"/>
                </a:lnTo>
                <a:lnTo>
                  <a:pt x="6558647" y="6540999"/>
                </a:lnTo>
                <a:lnTo>
                  <a:pt x="6559535" y="6545334"/>
                </a:lnTo>
                <a:lnTo>
                  <a:pt x="6561357" y="6545901"/>
                </a:lnTo>
                <a:lnTo>
                  <a:pt x="6561188" y="6549588"/>
                </a:lnTo>
                <a:lnTo>
                  <a:pt x="6553752" y="6552948"/>
                </a:lnTo>
                <a:lnTo>
                  <a:pt x="6553230" y="6554868"/>
                </a:lnTo>
                <a:lnTo>
                  <a:pt x="6595039" y="6561664"/>
                </a:lnTo>
                <a:lnTo>
                  <a:pt x="6595633" y="6553421"/>
                </a:lnTo>
                <a:lnTo>
                  <a:pt x="6599019" y="6556009"/>
                </a:lnTo>
                <a:lnTo>
                  <a:pt x="6601029" y="6554029"/>
                </a:lnTo>
                <a:lnTo>
                  <a:pt x="6599187" y="6552620"/>
                </a:lnTo>
                <a:lnTo>
                  <a:pt x="6601289" y="6550898"/>
                </a:lnTo>
                <a:lnTo>
                  <a:pt x="6601051" y="6553029"/>
                </a:lnTo>
                <a:lnTo>
                  <a:pt x="6603593" y="6552519"/>
                </a:lnTo>
                <a:lnTo>
                  <a:pt x="6599946" y="6556078"/>
                </a:lnTo>
                <a:lnTo>
                  <a:pt x="6602763" y="6561070"/>
                </a:lnTo>
                <a:lnTo>
                  <a:pt x="6605055" y="6559497"/>
                </a:lnTo>
                <a:lnTo>
                  <a:pt x="6605716" y="6555926"/>
                </a:lnTo>
                <a:lnTo>
                  <a:pt x="6617097" y="6553867"/>
                </a:lnTo>
                <a:lnTo>
                  <a:pt x="6617492" y="6552365"/>
                </a:lnTo>
                <a:lnTo>
                  <a:pt x="6619620" y="6553762"/>
                </a:lnTo>
                <a:lnTo>
                  <a:pt x="6617926" y="6551248"/>
                </a:lnTo>
                <a:lnTo>
                  <a:pt x="6619681" y="6550200"/>
                </a:lnTo>
                <a:lnTo>
                  <a:pt x="6621633" y="6552902"/>
                </a:lnTo>
                <a:lnTo>
                  <a:pt x="6623523" y="6552191"/>
                </a:lnTo>
                <a:lnTo>
                  <a:pt x="6623050" y="6554025"/>
                </a:lnTo>
                <a:lnTo>
                  <a:pt x="6625795" y="6552800"/>
                </a:lnTo>
                <a:lnTo>
                  <a:pt x="6626063" y="6556168"/>
                </a:lnTo>
                <a:lnTo>
                  <a:pt x="6630239" y="6557238"/>
                </a:lnTo>
                <a:lnTo>
                  <a:pt x="6630499" y="6555808"/>
                </a:lnTo>
                <a:lnTo>
                  <a:pt x="6626859" y="6554176"/>
                </a:lnTo>
                <a:lnTo>
                  <a:pt x="6630515" y="6552640"/>
                </a:lnTo>
                <a:lnTo>
                  <a:pt x="6630025" y="6549700"/>
                </a:lnTo>
                <a:lnTo>
                  <a:pt x="6632770" y="6549278"/>
                </a:lnTo>
                <a:lnTo>
                  <a:pt x="6628448" y="6543363"/>
                </a:lnTo>
                <a:lnTo>
                  <a:pt x="6629631" y="6539974"/>
                </a:lnTo>
                <a:lnTo>
                  <a:pt x="6632391" y="6540014"/>
                </a:lnTo>
                <a:lnTo>
                  <a:pt x="6633861" y="6537919"/>
                </a:lnTo>
                <a:lnTo>
                  <a:pt x="6640730" y="6540361"/>
                </a:lnTo>
                <a:lnTo>
                  <a:pt x="6644751" y="6535579"/>
                </a:lnTo>
                <a:lnTo>
                  <a:pt x="6656635" y="6535796"/>
                </a:lnTo>
                <a:lnTo>
                  <a:pt x="6658513" y="6533936"/>
                </a:lnTo>
                <a:lnTo>
                  <a:pt x="6673022" y="6535169"/>
                </a:lnTo>
                <a:lnTo>
                  <a:pt x="6685697" y="6539489"/>
                </a:lnTo>
                <a:lnTo>
                  <a:pt x="6692612" y="6535499"/>
                </a:lnTo>
                <a:lnTo>
                  <a:pt x="6724767" y="6538653"/>
                </a:lnTo>
                <a:lnTo>
                  <a:pt x="6751500" y="6536753"/>
                </a:lnTo>
                <a:lnTo>
                  <a:pt x="6754713" y="6540753"/>
                </a:lnTo>
                <a:lnTo>
                  <a:pt x="6755008" y="6545235"/>
                </a:lnTo>
                <a:lnTo>
                  <a:pt x="6752479" y="6564097"/>
                </a:lnTo>
                <a:lnTo>
                  <a:pt x="6754884" y="6573980"/>
                </a:lnTo>
                <a:lnTo>
                  <a:pt x="6753046" y="6583029"/>
                </a:lnTo>
                <a:lnTo>
                  <a:pt x="6745596" y="6593674"/>
                </a:lnTo>
                <a:lnTo>
                  <a:pt x="6736305" y="6602177"/>
                </a:lnTo>
                <a:lnTo>
                  <a:pt x="6736010" y="6608690"/>
                </a:lnTo>
                <a:lnTo>
                  <a:pt x="6742721" y="6619197"/>
                </a:lnTo>
                <a:lnTo>
                  <a:pt x="6739254" y="6622150"/>
                </a:lnTo>
                <a:lnTo>
                  <a:pt x="6740257" y="6625264"/>
                </a:lnTo>
                <a:lnTo>
                  <a:pt x="6747979" y="6626108"/>
                </a:lnTo>
                <a:lnTo>
                  <a:pt x="6747647" y="6631035"/>
                </a:lnTo>
                <a:lnTo>
                  <a:pt x="6755636" y="6631436"/>
                </a:lnTo>
                <a:lnTo>
                  <a:pt x="6757347" y="6638842"/>
                </a:lnTo>
                <a:lnTo>
                  <a:pt x="6753603" y="6641488"/>
                </a:lnTo>
                <a:lnTo>
                  <a:pt x="6760077" y="6656005"/>
                </a:lnTo>
                <a:lnTo>
                  <a:pt x="6764060" y="6657275"/>
                </a:lnTo>
                <a:lnTo>
                  <a:pt x="6770434" y="6666037"/>
                </a:lnTo>
                <a:lnTo>
                  <a:pt x="6777380" y="6670345"/>
                </a:lnTo>
                <a:lnTo>
                  <a:pt x="6800619" y="6665158"/>
                </a:lnTo>
                <a:lnTo>
                  <a:pt x="6810988" y="6665582"/>
                </a:lnTo>
                <a:lnTo>
                  <a:pt x="6824251" y="6668741"/>
                </a:lnTo>
                <a:lnTo>
                  <a:pt x="6834697" y="6673528"/>
                </a:lnTo>
                <a:lnTo>
                  <a:pt x="6889465" y="6677134"/>
                </a:lnTo>
                <a:lnTo>
                  <a:pt x="6904338" y="6680924"/>
                </a:lnTo>
                <a:lnTo>
                  <a:pt x="6908572" y="6685856"/>
                </a:lnTo>
                <a:lnTo>
                  <a:pt x="6922364" y="6689837"/>
                </a:lnTo>
                <a:lnTo>
                  <a:pt x="6946907" y="6667518"/>
                </a:lnTo>
                <a:lnTo>
                  <a:pt x="6954359" y="6664154"/>
                </a:lnTo>
                <a:lnTo>
                  <a:pt x="6956731" y="6667382"/>
                </a:lnTo>
                <a:lnTo>
                  <a:pt x="6963547" y="6669926"/>
                </a:lnTo>
                <a:lnTo>
                  <a:pt x="6970469" y="6667052"/>
                </a:lnTo>
                <a:lnTo>
                  <a:pt x="6981083" y="6650978"/>
                </a:lnTo>
                <a:lnTo>
                  <a:pt x="6990733" y="6649491"/>
                </a:lnTo>
                <a:lnTo>
                  <a:pt x="6997085" y="6645812"/>
                </a:lnTo>
                <a:lnTo>
                  <a:pt x="7002988" y="6640598"/>
                </a:lnTo>
                <a:lnTo>
                  <a:pt x="7008823" y="6630649"/>
                </a:lnTo>
                <a:lnTo>
                  <a:pt x="7020753" y="6631658"/>
                </a:lnTo>
                <a:lnTo>
                  <a:pt x="7029817" y="6636981"/>
                </a:lnTo>
                <a:lnTo>
                  <a:pt x="7034844" y="6636164"/>
                </a:lnTo>
                <a:lnTo>
                  <a:pt x="7038199" y="6631981"/>
                </a:lnTo>
                <a:lnTo>
                  <a:pt x="7061142" y="6642492"/>
                </a:lnTo>
                <a:lnTo>
                  <a:pt x="7064374" y="6641800"/>
                </a:lnTo>
                <a:lnTo>
                  <a:pt x="7075577" y="6633430"/>
                </a:lnTo>
                <a:lnTo>
                  <a:pt x="7077037" y="6634550"/>
                </a:lnTo>
                <a:lnTo>
                  <a:pt x="7086313" y="6632068"/>
                </a:lnTo>
                <a:lnTo>
                  <a:pt x="7091379" y="6629185"/>
                </a:lnTo>
                <a:lnTo>
                  <a:pt x="7093984" y="6617411"/>
                </a:lnTo>
                <a:lnTo>
                  <a:pt x="7112945" y="6623783"/>
                </a:lnTo>
                <a:lnTo>
                  <a:pt x="7114205" y="6620809"/>
                </a:lnTo>
                <a:lnTo>
                  <a:pt x="7112507" y="6618542"/>
                </a:lnTo>
                <a:lnTo>
                  <a:pt x="7115439" y="6610952"/>
                </a:lnTo>
                <a:lnTo>
                  <a:pt x="7114041" y="6609127"/>
                </a:lnTo>
                <a:lnTo>
                  <a:pt x="7116514" y="6607615"/>
                </a:lnTo>
                <a:lnTo>
                  <a:pt x="7115187" y="6605861"/>
                </a:lnTo>
                <a:lnTo>
                  <a:pt x="7126687" y="6600200"/>
                </a:lnTo>
                <a:lnTo>
                  <a:pt x="7141231" y="6603052"/>
                </a:lnTo>
                <a:lnTo>
                  <a:pt x="7168620" y="6574510"/>
                </a:lnTo>
                <a:lnTo>
                  <a:pt x="7180922" y="6579353"/>
                </a:lnTo>
                <a:lnTo>
                  <a:pt x="7185925" y="6567804"/>
                </a:lnTo>
                <a:lnTo>
                  <a:pt x="7195453" y="6571454"/>
                </a:lnTo>
                <a:lnTo>
                  <a:pt x="7202959" y="6552419"/>
                </a:lnTo>
                <a:lnTo>
                  <a:pt x="7206821" y="6547520"/>
                </a:lnTo>
                <a:lnTo>
                  <a:pt x="7210174" y="6549326"/>
                </a:lnTo>
                <a:lnTo>
                  <a:pt x="7210184" y="6553085"/>
                </a:lnTo>
                <a:lnTo>
                  <a:pt x="7212515" y="6553125"/>
                </a:lnTo>
                <a:lnTo>
                  <a:pt x="7214407" y="6550495"/>
                </a:lnTo>
                <a:lnTo>
                  <a:pt x="7216782" y="6550971"/>
                </a:lnTo>
                <a:lnTo>
                  <a:pt x="7219860" y="6557575"/>
                </a:lnTo>
                <a:lnTo>
                  <a:pt x="7217969" y="6560206"/>
                </a:lnTo>
                <a:lnTo>
                  <a:pt x="7218459" y="6564024"/>
                </a:lnTo>
                <a:lnTo>
                  <a:pt x="7244142" y="6552038"/>
                </a:lnTo>
                <a:lnTo>
                  <a:pt x="7263686" y="6532599"/>
                </a:lnTo>
                <a:lnTo>
                  <a:pt x="7276603" y="6534211"/>
                </a:lnTo>
                <a:lnTo>
                  <a:pt x="7286003" y="6556829"/>
                </a:lnTo>
                <a:lnTo>
                  <a:pt x="7329759" y="6568190"/>
                </a:lnTo>
                <a:lnTo>
                  <a:pt x="7359141" y="6581875"/>
                </a:lnTo>
                <a:lnTo>
                  <a:pt x="7378541" y="6595754"/>
                </a:lnTo>
                <a:lnTo>
                  <a:pt x="7387998" y="6610543"/>
                </a:lnTo>
                <a:lnTo>
                  <a:pt x="7387821" y="6616866"/>
                </a:lnTo>
                <a:lnTo>
                  <a:pt x="7394764" y="6625135"/>
                </a:lnTo>
                <a:lnTo>
                  <a:pt x="7395443" y="6647070"/>
                </a:lnTo>
                <a:lnTo>
                  <a:pt x="7388020" y="6679754"/>
                </a:lnTo>
                <a:lnTo>
                  <a:pt x="7394349" y="6694707"/>
                </a:lnTo>
                <a:lnTo>
                  <a:pt x="7389367" y="6698158"/>
                </a:lnTo>
                <a:lnTo>
                  <a:pt x="7391206" y="6702838"/>
                </a:lnTo>
                <a:lnTo>
                  <a:pt x="7387452" y="6703887"/>
                </a:lnTo>
                <a:lnTo>
                  <a:pt x="7388934" y="6709301"/>
                </a:lnTo>
                <a:lnTo>
                  <a:pt x="7387225" y="6709437"/>
                </a:lnTo>
                <a:lnTo>
                  <a:pt x="7384797" y="6713913"/>
                </a:lnTo>
                <a:lnTo>
                  <a:pt x="7387020" y="6718095"/>
                </a:lnTo>
                <a:lnTo>
                  <a:pt x="7383496" y="6727820"/>
                </a:lnTo>
                <a:lnTo>
                  <a:pt x="7385281" y="6731563"/>
                </a:lnTo>
                <a:lnTo>
                  <a:pt x="7383014" y="6735444"/>
                </a:lnTo>
                <a:lnTo>
                  <a:pt x="7383529" y="6738856"/>
                </a:lnTo>
                <a:lnTo>
                  <a:pt x="7381882" y="6739567"/>
                </a:lnTo>
                <a:lnTo>
                  <a:pt x="7383982" y="6744744"/>
                </a:lnTo>
                <a:lnTo>
                  <a:pt x="7381675" y="6754968"/>
                </a:lnTo>
                <a:lnTo>
                  <a:pt x="7384061" y="6756948"/>
                </a:lnTo>
                <a:lnTo>
                  <a:pt x="7382002" y="6759449"/>
                </a:lnTo>
                <a:lnTo>
                  <a:pt x="7383492" y="6760693"/>
                </a:lnTo>
                <a:lnTo>
                  <a:pt x="7381895" y="6769958"/>
                </a:lnTo>
                <a:lnTo>
                  <a:pt x="7385431" y="6770447"/>
                </a:lnTo>
                <a:lnTo>
                  <a:pt x="7384144" y="6774521"/>
                </a:lnTo>
                <a:lnTo>
                  <a:pt x="7388129" y="6778566"/>
                </a:lnTo>
                <a:lnTo>
                  <a:pt x="7390499" y="6778053"/>
                </a:lnTo>
                <a:lnTo>
                  <a:pt x="7389557" y="6780202"/>
                </a:lnTo>
                <a:lnTo>
                  <a:pt x="7397160" y="6782216"/>
                </a:lnTo>
                <a:lnTo>
                  <a:pt x="7395357" y="6789862"/>
                </a:lnTo>
                <a:lnTo>
                  <a:pt x="7392164" y="6792244"/>
                </a:lnTo>
                <a:lnTo>
                  <a:pt x="7392253" y="6794323"/>
                </a:lnTo>
                <a:lnTo>
                  <a:pt x="7395861" y="6795951"/>
                </a:lnTo>
                <a:lnTo>
                  <a:pt x="7394452" y="6798194"/>
                </a:lnTo>
                <a:lnTo>
                  <a:pt x="7396606" y="6797363"/>
                </a:lnTo>
                <a:lnTo>
                  <a:pt x="7411186" y="6811993"/>
                </a:lnTo>
                <a:lnTo>
                  <a:pt x="7424592" y="6815223"/>
                </a:lnTo>
                <a:lnTo>
                  <a:pt x="7435939" y="6822716"/>
                </a:lnTo>
                <a:lnTo>
                  <a:pt x="7473860" y="6829453"/>
                </a:lnTo>
                <a:lnTo>
                  <a:pt x="7476143" y="6840589"/>
                </a:lnTo>
                <a:lnTo>
                  <a:pt x="7492897" y="6855085"/>
                </a:lnTo>
                <a:lnTo>
                  <a:pt x="7508382" y="6856415"/>
                </a:lnTo>
                <a:lnTo>
                  <a:pt x="7509071" y="6844902"/>
                </a:lnTo>
                <a:lnTo>
                  <a:pt x="7532449" y="6848220"/>
                </a:lnTo>
                <a:lnTo>
                  <a:pt x="7540448" y="6870358"/>
                </a:lnTo>
                <a:lnTo>
                  <a:pt x="7529304" y="6885907"/>
                </a:lnTo>
                <a:lnTo>
                  <a:pt x="7530185" y="6895382"/>
                </a:lnTo>
                <a:lnTo>
                  <a:pt x="7531931" y="6895894"/>
                </a:lnTo>
                <a:lnTo>
                  <a:pt x="7538984" y="6891656"/>
                </a:lnTo>
                <a:lnTo>
                  <a:pt x="7541159" y="6892735"/>
                </a:lnTo>
                <a:lnTo>
                  <a:pt x="7541348" y="6895404"/>
                </a:lnTo>
                <a:lnTo>
                  <a:pt x="7552786" y="6888203"/>
                </a:lnTo>
                <a:lnTo>
                  <a:pt x="7555641" y="6882622"/>
                </a:lnTo>
                <a:lnTo>
                  <a:pt x="7558088" y="6883773"/>
                </a:lnTo>
                <a:lnTo>
                  <a:pt x="7565000" y="6880083"/>
                </a:lnTo>
                <a:lnTo>
                  <a:pt x="7566122" y="6877646"/>
                </a:lnTo>
                <a:lnTo>
                  <a:pt x="7573160" y="6879423"/>
                </a:lnTo>
                <a:lnTo>
                  <a:pt x="7575904" y="6878385"/>
                </a:lnTo>
                <a:lnTo>
                  <a:pt x="7580531" y="6865004"/>
                </a:lnTo>
                <a:lnTo>
                  <a:pt x="7586122" y="6865844"/>
                </a:lnTo>
                <a:lnTo>
                  <a:pt x="7591153" y="6864279"/>
                </a:lnTo>
                <a:lnTo>
                  <a:pt x="7590800" y="6857920"/>
                </a:lnTo>
                <a:lnTo>
                  <a:pt x="7597835" y="6854109"/>
                </a:lnTo>
                <a:lnTo>
                  <a:pt x="7605773" y="6852944"/>
                </a:lnTo>
                <a:lnTo>
                  <a:pt x="7606773" y="6847767"/>
                </a:lnTo>
                <a:lnTo>
                  <a:pt x="7622419" y="6846874"/>
                </a:lnTo>
                <a:lnTo>
                  <a:pt x="7621519" y="6844516"/>
                </a:lnTo>
                <a:lnTo>
                  <a:pt x="7624685" y="6841421"/>
                </a:lnTo>
                <a:lnTo>
                  <a:pt x="7624050" y="6838707"/>
                </a:lnTo>
                <a:lnTo>
                  <a:pt x="7629009" y="6842272"/>
                </a:lnTo>
                <a:lnTo>
                  <a:pt x="7635271" y="6839066"/>
                </a:lnTo>
                <a:lnTo>
                  <a:pt x="7637961" y="6842603"/>
                </a:lnTo>
                <a:lnTo>
                  <a:pt x="7647029" y="6842291"/>
                </a:lnTo>
                <a:lnTo>
                  <a:pt x="7644849" y="6833140"/>
                </a:lnTo>
                <a:lnTo>
                  <a:pt x="7648761" y="6828933"/>
                </a:lnTo>
                <a:lnTo>
                  <a:pt x="7651277" y="6829400"/>
                </a:lnTo>
                <a:lnTo>
                  <a:pt x="7655961" y="6821942"/>
                </a:lnTo>
                <a:lnTo>
                  <a:pt x="7652292" y="6813794"/>
                </a:lnTo>
                <a:lnTo>
                  <a:pt x="7654098" y="6811472"/>
                </a:lnTo>
                <a:lnTo>
                  <a:pt x="7653334" y="6806121"/>
                </a:lnTo>
                <a:lnTo>
                  <a:pt x="7657078" y="6799728"/>
                </a:lnTo>
                <a:lnTo>
                  <a:pt x="7660101" y="6799623"/>
                </a:lnTo>
                <a:lnTo>
                  <a:pt x="7661436" y="6797221"/>
                </a:lnTo>
                <a:lnTo>
                  <a:pt x="7664851" y="6798190"/>
                </a:lnTo>
                <a:lnTo>
                  <a:pt x="7667201" y="6795401"/>
                </a:lnTo>
                <a:lnTo>
                  <a:pt x="7670222" y="6796523"/>
                </a:lnTo>
                <a:lnTo>
                  <a:pt x="7673133" y="6792756"/>
                </a:lnTo>
                <a:lnTo>
                  <a:pt x="7676798" y="6793066"/>
                </a:lnTo>
                <a:lnTo>
                  <a:pt x="7679992" y="6789039"/>
                </a:lnTo>
                <a:lnTo>
                  <a:pt x="7708240" y="6792991"/>
                </a:lnTo>
                <a:lnTo>
                  <a:pt x="7715399" y="6791347"/>
                </a:lnTo>
                <a:lnTo>
                  <a:pt x="7720061" y="6794170"/>
                </a:lnTo>
                <a:lnTo>
                  <a:pt x="7723530" y="6788829"/>
                </a:lnTo>
                <a:lnTo>
                  <a:pt x="7722477" y="6787450"/>
                </a:lnTo>
                <a:lnTo>
                  <a:pt x="7730604" y="6785596"/>
                </a:lnTo>
                <a:lnTo>
                  <a:pt x="7739830" y="6780677"/>
                </a:lnTo>
                <a:lnTo>
                  <a:pt x="7740359" y="6778975"/>
                </a:lnTo>
                <a:lnTo>
                  <a:pt x="7788773" y="6789460"/>
                </a:lnTo>
                <a:lnTo>
                  <a:pt x="7791055" y="6790536"/>
                </a:lnTo>
                <a:lnTo>
                  <a:pt x="7795816" y="6799162"/>
                </a:lnTo>
                <a:lnTo>
                  <a:pt x="7827462" y="6814218"/>
                </a:lnTo>
                <a:lnTo>
                  <a:pt x="7849488" y="6822611"/>
                </a:lnTo>
                <a:lnTo>
                  <a:pt x="7872015" y="6823915"/>
                </a:lnTo>
                <a:lnTo>
                  <a:pt x="7874932" y="6838535"/>
                </a:lnTo>
                <a:lnTo>
                  <a:pt x="7872941" y="6838883"/>
                </a:lnTo>
                <a:lnTo>
                  <a:pt x="7869154" y="6850583"/>
                </a:lnTo>
                <a:lnTo>
                  <a:pt x="7876753" y="6852374"/>
                </a:lnTo>
                <a:lnTo>
                  <a:pt x="7880660" y="6848017"/>
                </a:lnTo>
                <a:lnTo>
                  <a:pt x="7891639" y="6846540"/>
                </a:lnTo>
                <a:lnTo>
                  <a:pt x="7899021" y="6840623"/>
                </a:lnTo>
                <a:lnTo>
                  <a:pt x="7906548" y="6841299"/>
                </a:lnTo>
                <a:lnTo>
                  <a:pt x="7911111" y="6837981"/>
                </a:lnTo>
                <a:lnTo>
                  <a:pt x="7913781" y="6841753"/>
                </a:lnTo>
                <a:lnTo>
                  <a:pt x="7916329" y="6839992"/>
                </a:lnTo>
                <a:lnTo>
                  <a:pt x="7924012" y="6842062"/>
                </a:lnTo>
                <a:lnTo>
                  <a:pt x="7931197" y="6840229"/>
                </a:lnTo>
                <a:lnTo>
                  <a:pt x="7935562" y="6840881"/>
                </a:lnTo>
                <a:lnTo>
                  <a:pt x="7937531" y="6844290"/>
                </a:lnTo>
                <a:lnTo>
                  <a:pt x="7933137" y="6844272"/>
                </a:lnTo>
                <a:lnTo>
                  <a:pt x="7939345" y="6848791"/>
                </a:lnTo>
                <a:lnTo>
                  <a:pt x="7940667" y="6857097"/>
                </a:lnTo>
                <a:lnTo>
                  <a:pt x="7938809" y="6860307"/>
                </a:lnTo>
                <a:lnTo>
                  <a:pt x="7940839" y="6860914"/>
                </a:lnTo>
                <a:lnTo>
                  <a:pt x="7939571" y="6865077"/>
                </a:lnTo>
                <a:lnTo>
                  <a:pt x="7942285" y="6866164"/>
                </a:lnTo>
                <a:lnTo>
                  <a:pt x="7945464" y="6861739"/>
                </a:lnTo>
                <a:lnTo>
                  <a:pt x="7946605" y="6865024"/>
                </a:lnTo>
                <a:lnTo>
                  <a:pt x="7951060" y="6862385"/>
                </a:lnTo>
                <a:lnTo>
                  <a:pt x="7954381" y="6866786"/>
                </a:lnTo>
                <a:lnTo>
                  <a:pt x="7959489" y="6867271"/>
                </a:lnTo>
                <a:lnTo>
                  <a:pt x="7965130" y="6872146"/>
                </a:lnTo>
                <a:lnTo>
                  <a:pt x="7972756" y="6868681"/>
                </a:lnTo>
                <a:lnTo>
                  <a:pt x="7976475" y="6869719"/>
                </a:lnTo>
                <a:lnTo>
                  <a:pt x="7978763" y="6867740"/>
                </a:lnTo>
                <a:lnTo>
                  <a:pt x="7981006" y="6868550"/>
                </a:lnTo>
                <a:lnTo>
                  <a:pt x="7981720" y="6866625"/>
                </a:lnTo>
                <a:lnTo>
                  <a:pt x="7985371" y="6869348"/>
                </a:lnTo>
                <a:lnTo>
                  <a:pt x="7985493" y="6860827"/>
                </a:lnTo>
                <a:lnTo>
                  <a:pt x="7988465" y="6859226"/>
                </a:lnTo>
                <a:lnTo>
                  <a:pt x="7988787" y="6856476"/>
                </a:lnTo>
                <a:lnTo>
                  <a:pt x="7991982" y="6856813"/>
                </a:lnTo>
                <a:lnTo>
                  <a:pt x="7992193" y="6854270"/>
                </a:lnTo>
                <a:lnTo>
                  <a:pt x="7995747" y="6855060"/>
                </a:lnTo>
                <a:lnTo>
                  <a:pt x="7994800" y="6851465"/>
                </a:lnTo>
                <a:lnTo>
                  <a:pt x="7997147" y="6850896"/>
                </a:lnTo>
                <a:lnTo>
                  <a:pt x="7996532" y="6848505"/>
                </a:lnTo>
                <a:lnTo>
                  <a:pt x="7997771" y="6847204"/>
                </a:lnTo>
                <a:lnTo>
                  <a:pt x="7999148" y="6849429"/>
                </a:lnTo>
                <a:lnTo>
                  <a:pt x="8001881" y="6848071"/>
                </a:lnTo>
                <a:lnTo>
                  <a:pt x="8001155" y="6843698"/>
                </a:lnTo>
                <a:lnTo>
                  <a:pt x="8006326" y="6838044"/>
                </a:lnTo>
                <a:lnTo>
                  <a:pt x="8007643" y="6840756"/>
                </a:lnTo>
                <a:lnTo>
                  <a:pt x="8034052" y="6837734"/>
                </a:lnTo>
                <a:lnTo>
                  <a:pt x="8054421" y="6842585"/>
                </a:lnTo>
                <a:lnTo>
                  <a:pt x="8072123" y="6834571"/>
                </a:lnTo>
                <a:lnTo>
                  <a:pt x="8102161" y="6835811"/>
                </a:lnTo>
                <a:lnTo>
                  <a:pt x="8115783" y="6838434"/>
                </a:lnTo>
                <a:lnTo>
                  <a:pt x="8108869" y="6848207"/>
                </a:lnTo>
                <a:lnTo>
                  <a:pt x="8111164" y="6851216"/>
                </a:lnTo>
                <a:lnTo>
                  <a:pt x="8129555" y="6853337"/>
                </a:lnTo>
                <a:lnTo>
                  <a:pt x="8177308" y="6866068"/>
                </a:lnTo>
                <a:lnTo>
                  <a:pt x="8177415" y="6871444"/>
                </a:lnTo>
                <a:lnTo>
                  <a:pt x="8175028" y="6876081"/>
                </a:lnTo>
                <a:lnTo>
                  <a:pt x="8216923" y="6890600"/>
                </a:lnTo>
                <a:lnTo>
                  <a:pt x="8246511" y="6896363"/>
                </a:lnTo>
                <a:lnTo>
                  <a:pt x="8295898" y="6927070"/>
                </a:lnTo>
                <a:lnTo>
                  <a:pt x="8317658" y="6930764"/>
                </a:lnTo>
                <a:lnTo>
                  <a:pt x="8323549" y="6926311"/>
                </a:lnTo>
                <a:lnTo>
                  <a:pt x="8327273" y="6925677"/>
                </a:lnTo>
                <a:lnTo>
                  <a:pt x="8348510" y="6931634"/>
                </a:lnTo>
                <a:lnTo>
                  <a:pt x="8358804" y="6941361"/>
                </a:lnTo>
                <a:lnTo>
                  <a:pt x="8359267" y="6948139"/>
                </a:lnTo>
                <a:lnTo>
                  <a:pt x="8360457" y="6949454"/>
                </a:lnTo>
                <a:lnTo>
                  <a:pt x="8363383" y="6948612"/>
                </a:lnTo>
                <a:lnTo>
                  <a:pt x="8364358" y="6951073"/>
                </a:lnTo>
                <a:lnTo>
                  <a:pt x="8363569" y="6958223"/>
                </a:lnTo>
                <a:lnTo>
                  <a:pt x="8371587" y="6966001"/>
                </a:lnTo>
                <a:lnTo>
                  <a:pt x="8375188" y="6976227"/>
                </a:lnTo>
                <a:lnTo>
                  <a:pt x="8382283" y="6979901"/>
                </a:lnTo>
                <a:lnTo>
                  <a:pt x="8382091" y="6981637"/>
                </a:lnTo>
                <a:lnTo>
                  <a:pt x="8403758" y="6985294"/>
                </a:lnTo>
                <a:lnTo>
                  <a:pt x="8430880" y="6994583"/>
                </a:lnTo>
                <a:lnTo>
                  <a:pt x="8433493" y="6992853"/>
                </a:lnTo>
                <a:lnTo>
                  <a:pt x="8435201" y="6995584"/>
                </a:lnTo>
                <a:lnTo>
                  <a:pt x="8439111" y="6996963"/>
                </a:lnTo>
                <a:lnTo>
                  <a:pt x="8441551" y="6996053"/>
                </a:lnTo>
                <a:lnTo>
                  <a:pt x="8442716" y="6999202"/>
                </a:lnTo>
                <a:lnTo>
                  <a:pt x="8447937" y="7000424"/>
                </a:lnTo>
                <a:lnTo>
                  <a:pt x="8449117" y="7004812"/>
                </a:lnTo>
                <a:lnTo>
                  <a:pt x="8450379" y="7002506"/>
                </a:lnTo>
                <a:lnTo>
                  <a:pt x="8451888" y="7003601"/>
                </a:lnTo>
                <a:lnTo>
                  <a:pt x="8448083" y="7013773"/>
                </a:lnTo>
                <a:lnTo>
                  <a:pt x="8452481" y="7013708"/>
                </a:lnTo>
                <a:lnTo>
                  <a:pt x="8449627" y="7016741"/>
                </a:lnTo>
                <a:lnTo>
                  <a:pt x="8452477" y="7017231"/>
                </a:lnTo>
                <a:lnTo>
                  <a:pt x="8452898" y="7014779"/>
                </a:lnTo>
                <a:lnTo>
                  <a:pt x="8456632" y="7019684"/>
                </a:lnTo>
                <a:lnTo>
                  <a:pt x="8457895" y="7017724"/>
                </a:lnTo>
                <a:lnTo>
                  <a:pt x="8461112" y="7017515"/>
                </a:lnTo>
                <a:lnTo>
                  <a:pt x="8464488" y="7021069"/>
                </a:lnTo>
                <a:lnTo>
                  <a:pt x="8523855" y="7035913"/>
                </a:lnTo>
                <a:lnTo>
                  <a:pt x="8527499" y="7035583"/>
                </a:lnTo>
                <a:lnTo>
                  <a:pt x="8530693" y="7038335"/>
                </a:lnTo>
                <a:lnTo>
                  <a:pt x="8530013" y="7043302"/>
                </a:lnTo>
                <a:lnTo>
                  <a:pt x="8533619" y="7045587"/>
                </a:lnTo>
                <a:lnTo>
                  <a:pt x="8535111" y="7052035"/>
                </a:lnTo>
                <a:lnTo>
                  <a:pt x="8559125" y="7055002"/>
                </a:lnTo>
                <a:lnTo>
                  <a:pt x="8564947" y="7065368"/>
                </a:lnTo>
                <a:lnTo>
                  <a:pt x="8567548" y="7066994"/>
                </a:lnTo>
                <a:lnTo>
                  <a:pt x="8569150" y="7064621"/>
                </a:lnTo>
                <a:lnTo>
                  <a:pt x="8571247" y="7065514"/>
                </a:lnTo>
                <a:lnTo>
                  <a:pt x="8569928" y="7069400"/>
                </a:lnTo>
                <a:lnTo>
                  <a:pt x="8571862" y="7069947"/>
                </a:lnTo>
                <a:lnTo>
                  <a:pt x="8574099" y="7067478"/>
                </a:lnTo>
                <a:lnTo>
                  <a:pt x="8579118" y="7068700"/>
                </a:lnTo>
                <a:lnTo>
                  <a:pt x="8579894" y="7065968"/>
                </a:lnTo>
                <a:lnTo>
                  <a:pt x="8583452" y="7067287"/>
                </a:lnTo>
                <a:lnTo>
                  <a:pt x="8590893" y="7062574"/>
                </a:lnTo>
                <a:lnTo>
                  <a:pt x="8590968" y="7056509"/>
                </a:lnTo>
                <a:lnTo>
                  <a:pt x="8587291" y="7054895"/>
                </a:lnTo>
                <a:lnTo>
                  <a:pt x="8591153" y="7053442"/>
                </a:lnTo>
                <a:lnTo>
                  <a:pt x="8594423" y="7047235"/>
                </a:lnTo>
                <a:lnTo>
                  <a:pt x="8598015" y="7046501"/>
                </a:lnTo>
                <a:lnTo>
                  <a:pt x="8598582" y="7041198"/>
                </a:lnTo>
                <a:lnTo>
                  <a:pt x="8606505" y="7039234"/>
                </a:lnTo>
                <a:lnTo>
                  <a:pt x="8606689" y="7035128"/>
                </a:lnTo>
                <a:lnTo>
                  <a:pt x="8611087" y="7035529"/>
                </a:lnTo>
                <a:lnTo>
                  <a:pt x="8611143" y="7031772"/>
                </a:lnTo>
                <a:lnTo>
                  <a:pt x="8609214" y="7030026"/>
                </a:lnTo>
                <a:lnTo>
                  <a:pt x="8613635" y="7025913"/>
                </a:lnTo>
                <a:lnTo>
                  <a:pt x="8616973" y="7025762"/>
                </a:lnTo>
                <a:lnTo>
                  <a:pt x="8658725" y="7041369"/>
                </a:lnTo>
                <a:lnTo>
                  <a:pt x="8692948" y="7050061"/>
                </a:lnTo>
                <a:lnTo>
                  <a:pt x="8694870" y="7047643"/>
                </a:lnTo>
                <a:lnTo>
                  <a:pt x="8697154" y="7048716"/>
                </a:lnTo>
                <a:lnTo>
                  <a:pt x="8698269" y="7045861"/>
                </a:lnTo>
                <a:lnTo>
                  <a:pt x="8700870" y="7046734"/>
                </a:lnTo>
                <a:lnTo>
                  <a:pt x="8700038" y="7048336"/>
                </a:lnTo>
                <a:lnTo>
                  <a:pt x="8703729" y="7048681"/>
                </a:lnTo>
                <a:lnTo>
                  <a:pt x="8706164" y="7045795"/>
                </a:lnTo>
                <a:lnTo>
                  <a:pt x="8708797" y="7046636"/>
                </a:lnTo>
                <a:lnTo>
                  <a:pt x="8707060" y="7043639"/>
                </a:lnTo>
                <a:lnTo>
                  <a:pt x="8707696" y="7039095"/>
                </a:lnTo>
                <a:lnTo>
                  <a:pt x="8719666" y="7038792"/>
                </a:lnTo>
                <a:lnTo>
                  <a:pt x="8724309" y="7029614"/>
                </a:lnTo>
                <a:lnTo>
                  <a:pt x="8726523" y="7029378"/>
                </a:lnTo>
                <a:lnTo>
                  <a:pt x="8725463" y="7027982"/>
                </a:lnTo>
                <a:lnTo>
                  <a:pt x="8730534" y="7027948"/>
                </a:lnTo>
                <a:lnTo>
                  <a:pt x="8730087" y="7030423"/>
                </a:lnTo>
                <a:lnTo>
                  <a:pt x="8732205" y="7029518"/>
                </a:lnTo>
                <a:lnTo>
                  <a:pt x="8732014" y="7031238"/>
                </a:lnTo>
                <a:lnTo>
                  <a:pt x="8734903" y="7031759"/>
                </a:lnTo>
                <a:lnTo>
                  <a:pt x="8737084" y="7030387"/>
                </a:lnTo>
                <a:lnTo>
                  <a:pt x="8739630" y="7032166"/>
                </a:lnTo>
                <a:lnTo>
                  <a:pt x="8743231" y="7030309"/>
                </a:lnTo>
                <a:lnTo>
                  <a:pt x="8742279" y="7027916"/>
                </a:lnTo>
                <a:lnTo>
                  <a:pt x="8747121" y="7028583"/>
                </a:lnTo>
                <a:lnTo>
                  <a:pt x="8752649" y="7025575"/>
                </a:lnTo>
                <a:lnTo>
                  <a:pt x="8753323" y="7023473"/>
                </a:lnTo>
                <a:lnTo>
                  <a:pt x="8764194" y="7022806"/>
                </a:lnTo>
                <a:lnTo>
                  <a:pt x="8765861" y="7016356"/>
                </a:lnTo>
                <a:lnTo>
                  <a:pt x="8765071" y="7014226"/>
                </a:lnTo>
                <a:lnTo>
                  <a:pt x="8762488" y="7014155"/>
                </a:lnTo>
                <a:lnTo>
                  <a:pt x="8764103" y="7010712"/>
                </a:lnTo>
                <a:lnTo>
                  <a:pt x="8762655" y="7010552"/>
                </a:lnTo>
                <a:lnTo>
                  <a:pt x="8763843" y="7008799"/>
                </a:lnTo>
                <a:lnTo>
                  <a:pt x="8762345" y="7006451"/>
                </a:lnTo>
                <a:lnTo>
                  <a:pt x="8763921" y="7005590"/>
                </a:lnTo>
                <a:lnTo>
                  <a:pt x="8761846" y="7005592"/>
                </a:lnTo>
                <a:lnTo>
                  <a:pt x="8762890" y="7003519"/>
                </a:lnTo>
                <a:lnTo>
                  <a:pt x="8759942" y="6999158"/>
                </a:lnTo>
                <a:lnTo>
                  <a:pt x="8761739" y="6993949"/>
                </a:lnTo>
                <a:lnTo>
                  <a:pt x="8764473" y="6993595"/>
                </a:lnTo>
                <a:lnTo>
                  <a:pt x="8763314" y="6992311"/>
                </a:lnTo>
                <a:lnTo>
                  <a:pt x="8764649" y="6992004"/>
                </a:lnTo>
                <a:lnTo>
                  <a:pt x="8806857" y="6989821"/>
                </a:lnTo>
                <a:lnTo>
                  <a:pt x="8805162" y="6981183"/>
                </a:lnTo>
                <a:lnTo>
                  <a:pt x="8810121" y="6957502"/>
                </a:lnTo>
                <a:lnTo>
                  <a:pt x="8824246" y="6957104"/>
                </a:lnTo>
                <a:lnTo>
                  <a:pt x="8826826" y="6952495"/>
                </a:lnTo>
                <a:lnTo>
                  <a:pt x="8841678" y="6953234"/>
                </a:lnTo>
                <a:lnTo>
                  <a:pt x="8843959" y="6949139"/>
                </a:lnTo>
                <a:lnTo>
                  <a:pt x="8849480" y="6949290"/>
                </a:lnTo>
                <a:lnTo>
                  <a:pt x="8849189" y="6950879"/>
                </a:lnTo>
                <a:lnTo>
                  <a:pt x="8860294" y="6953588"/>
                </a:lnTo>
                <a:lnTo>
                  <a:pt x="8865308" y="6947530"/>
                </a:lnTo>
                <a:lnTo>
                  <a:pt x="8878864" y="6949907"/>
                </a:lnTo>
                <a:lnTo>
                  <a:pt x="8907768" y="6939225"/>
                </a:lnTo>
                <a:lnTo>
                  <a:pt x="8939711" y="6896094"/>
                </a:lnTo>
                <a:lnTo>
                  <a:pt x="8942448" y="6873532"/>
                </a:lnTo>
                <a:lnTo>
                  <a:pt x="8974507" y="6875314"/>
                </a:lnTo>
                <a:lnTo>
                  <a:pt x="8975981" y="6885377"/>
                </a:lnTo>
                <a:lnTo>
                  <a:pt x="8975555" y="6927483"/>
                </a:lnTo>
                <a:lnTo>
                  <a:pt x="8979421" y="6933007"/>
                </a:lnTo>
                <a:lnTo>
                  <a:pt x="8984416" y="6951585"/>
                </a:lnTo>
                <a:lnTo>
                  <a:pt x="8997808" y="7036575"/>
                </a:lnTo>
                <a:lnTo>
                  <a:pt x="9053950" y="7078736"/>
                </a:lnTo>
                <a:lnTo>
                  <a:pt x="9081641" y="7091696"/>
                </a:lnTo>
                <a:lnTo>
                  <a:pt x="9094490" y="7092482"/>
                </a:lnTo>
                <a:lnTo>
                  <a:pt x="9113022" y="7089946"/>
                </a:lnTo>
                <a:lnTo>
                  <a:pt x="9109333" y="7079542"/>
                </a:lnTo>
                <a:lnTo>
                  <a:pt x="9139351" y="7080879"/>
                </a:lnTo>
                <a:lnTo>
                  <a:pt x="9138867" y="7085170"/>
                </a:lnTo>
                <a:lnTo>
                  <a:pt x="9146306" y="7088575"/>
                </a:lnTo>
                <a:lnTo>
                  <a:pt x="9148304" y="7092714"/>
                </a:lnTo>
                <a:lnTo>
                  <a:pt x="9153988" y="7089482"/>
                </a:lnTo>
                <a:lnTo>
                  <a:pt x="9154368" y="7085995"/>
                </a:lnTo>
                <a:lnTo>
                  <a:pt x="9157055" y="7085846"/>
                </a:lnTo>
                <a:lnTo>
                  <a:pt x="9156889" y="7083623"/>
                </a:lnTo>
                <a:lnTo>
                  <a:pt x="9158624" y="7083008"/>
                </a:lnTo>
                <a:lnTo>
                  <a:pt x="9157503" y="7082267"/>
                </a:lnTo>
                <a:lnTo>
                  <a:pt x="9159955" y="7080202"/>
                </a:lnTo>
                <a:lnTo>
                  <a:pt x="9181036" y="7079467"/>
                </a:lnTo>
                <a:lnTo>
                  <a:pt x="9184992" y="7085256"/>
                </a:lnTo>
                <a:lnTo>
                  <a:pt x="9192415" y="7083255"/>
                </a:lnTo>
                <a:lnTo>
                  <a:pt x="9204092" y="7089800"/>
                </a:lnTo>
                <a:lnTo>
                  <a:pt x="9201955" y="7111833"/>
                </a:lnTo>
                <a:lnTo>
                  <a:pt x="9203780" y="7127618"/>
                </a:lnTo>
                <a:lnTo>
                  <a:pt x="9211491" y="7129119"/>
                </a:lnTo>
                <a:lnTo>
                  <a:pt x="9231625" y="7127799"/>
                </a:lnTo>
                <a:lnTo>
                  <a:pt x="9245648" y="7136674"/>
                </a:lnTo>
                <a:lnTo>
                  <a:pt x="9258654" y="7130477"/>
                </a:lnTo>
                <a:lnTo>
                  <a:pt x="9259876" y="7135088"/>
                </a:lnTo>
                <a:lnTo>
                  <a:pt x="9269937" y="7143911"/>
                </a:lnTo>
                <a:lnTo>
                  <a:pt x="9292484" y="7158724"/>
                </a:lnTo>
                <a:lnTo>
                  <a:pt x="9300476" y="7154135"/>
                </a:lnTo>
                <a:lnTo>
                  <a:pt x="9312960" y="7142883"/>
                </a:lnTo>
                <a:lnTo>
                  <a:pt x="9307105" y="7129825"/>
                </a:lnTo>
                <a:lnTo>
                  <a:pt x="9310687" y="7110565"/>
                </a:lnTo>
                <a:lnTo>
                  <a:pt x="9325211" y="7086905"/>
                </a:lnTo>
                <a:lnTo>
                  <a:pt x="9333961" y="7088143"/>
                </a:lnTo>
                <a:lnTo>
                  <a:pt x="9348645" y="7073815"/>
                </a:lnTo>
                <a:lnTo>
                  <a:pt x="9384811" y="7069469"/>
                </a:lnTo>
                <a:lnTo>
                  <a:pt x="9395006" y="7069819"/>
                </a:lnTo>
                <a:lnTo>
                  <a:pt x="9413038" y="7057141"/>
                </a:lnTo>
                <a:lnTo>
                  <a:pt x="9440879" y="7048431"/>
                </a:lnTo>
                <a:lnTo>
                  <a:pt x="9499685" y="7059690"/>
                </a:lnTo>
                <a:lnTo>
                  <a:pt x="9520763" y="7070799"/>
                </a:lnTo>
                <a:lnTo>
                  <a:pt x="9536482" y="7074452"/>
                </a:lnTo>
                <a:lnTo>
                  <a:pt x="9542735" y="7089692"/>
                </a:lnTo>
                <a:lnTo>
                  <a:pt x="9567261" y="7101215"/>
                </a:lnTo>
                <a:lnTo>
                  <a:pt x="9584000" y="7105328"/>
                </a:lnTo>
                <a:lnTo>
                  <a:pt x="9583190" y="7117768"/>
                </a:lnTo>
                <a:lnTo>
                  <a:pt x="9603896" y="7119384"/>
                </a:lnTo>
                <a:lnTo>
                  <a:pt x="9606951" y="7118943"/>
                </a:lnTo>
                <a:lnTo>
                  <a:pt x="9612771" y="7108223"/>
                </a:lnTo>
                <a:lnTo>
                  <a:pt x="9630895" y="7103864"/>
                </a:lnTo>
                <a:lnTo>
                  <a:pt x="9659686" y="7104247"/>
                </a:lnTo>
                <a:lnTo>
                  <a:pt x="9657828" y="7089521"/>
                </a:lnTo>
                <a:lnTo>
                  <a:pt x="9690977" y="7077685"/>
                </a:lnTo>
                <a:lnTo>
                  <a:pt x="9690209" y="7054388"/>
                </a:lnTo>
                <a:lnTo>
                  <a:pt x="9707193" y="7054083"/>
                </a:lnTo>
                <a:lnTo>
                  <a:pt x="9714763" y="7062929"/>
                </a:lnTo>
                <a:lnTo>
                  <a:pt x="9729738" y="7063944"/>
                </a:lnTo>
                <a:lnTo>
                  <a:pt x="9732742" y="7066514"/>
                </a:lnTo>
                <a:lnTo>
                  <a:pt x="9732796" y="7069118"/>
                </a:lnTo>
                <a:lnTo>
                  <a:pt x="9738217" y="7069868"/>
                </a:lnTo>
                <a:lnTo>
                  <a:pt x="9742951" y="7073630"/>
                </a:lnTo>
                <a:lnTo>
                  <a:pt x="9744764" y="7077952"/>
                </a:lnTo>
                <a:lnTo>
                  <a:pt x="9743572" y="7081554"/>
                </a:lnTo>
                <a:lnTo>
                  <a:pt x="9756323" y="7087255"/>
                </a:lnTo>
                <a:lnTo>
                  <a:pt x="9762765" y="7075578"/>
                </a:lnTo>
                <a:lnTo>
                  <a:pt x="9772624" y="7075257"/>
                </a:lnTo>
                <a:lnTo>
                  <a:pt x="9780136" y="7086791"/>
                </a:lnTo>
                <a:lnTo>
                  <a:pt x="9795838" y="7083015"/>
                </a:lnTo>
                <a:lnTo>
                  <a:pt x="9794011" y="7080713"/>
                </a:lnTo>
                <a:lnTo>
                  <a:pt x="9797074" y="7078322"/>
                </a:lnTo>
                <a:lnTo>
                  <a:pt x="9796378" y="7074057"/>
                </a:lnTo>
                <a:lnTo>
                  <a:pt x="9798055" y="7074146"/>
                </a:lnTo>
                <a:lnTo>
                  <a:pt x="9800458" y="7070457"/>
                </a:lnTo>
                <a:lnTo>
                  <a:pt x="9802467" y="7073294"/>
                </a:lnTo>
                <a:lnTo>
                  <a:pt x="9806612" y="7070418"/>
                </a:lnTo>
                <a:lnTo>
                  <a:pt x="9802850" y="7072157"/>
                </a:lnTo>
                <a:lnTo>
                  <a:pt x="9806380" y="7066440"/>
                </a:lnTo>
                <a:lnTo>
                  <a:pt x="9799863" y="7063766"/>
                </a:lnTo>
                <a:lnTo>
                  <a:pt x="9805629" y="7064074"/>
                </a:lnTo>
                <a:lnTo>
                  <a:pt x="9802282" y="7060678"/>
                </a:lnTo>
                <a:lnTo>
                  <a:pt x="9803746" y="7059187"/>
                </a:lnTo>
                <a:lnTo>
                  <a:pt x="9806259" y="7060794"/>
                </a:lnTo>
                <a:lnTo>
                  <a:pt x="9808452" y="7053823"/>
                </a:lnTo>
                <a:lnTo>
                  <a:pt x="9807155" y="7052408"/>
                </a:lnTo>
                <a:lnTo>
                  <a:pt x="9804971" y="7054260"/>
                </a:lnTo>
                <a:lnTo>
                  <a:pt x="9802730" y="7053552"/>
                </a:lnTo>
                <a:lnTo>
                  <a:pt x="9804543" y="7047984"/>
                </a:lnTo>
                <a:lnTo>
                  <a:pt x="9808403" y="7045692"/>
                </a:lnTo>
                <a:lnTo>
                  <a:pt x="9805826" y="7045463"/>
                </a:lnTo>
                <a:lnTo>
                  <a:pt x="9807103" y="7039451"/>
                </a:lnTo>
                <a:lnTo>
                  <a:pt x="9803809" y="7036442"/>
                </a:lnTo>
                <a:lnTo>
                  <a:pt x="9809848" y="7036137"/>
                </a:lnTo>
                <a:lnTo>
                  <a:pt x="9808490" y="7032532"/>
                </a:lnTo>
                <a:lnTo>
                  <a:pt x="9813882" y="7032199"/>
                </a:lnTo>
                <a:lnTo>
                  <a:pt x="9815888" y="7027344"/>
                </a:lnTo>
                <a:lnTo>
                  <a:pt x="9821225" y="7023300"/>
                </a:lnTo>
                <a:lnTo>
                  <a:pt x="9817700" y="7020752"/>
                </a:lnTo>
                <a:lnTo>
                  <a:pt x="9818584" y="7018229"/>
                </a:lnTo>
                <a:lnTo>
                  <a:pt x="9820540" y="7019986"/>
                </a:lnTo>
                <a:lnTo>
                  <a:pt x="9822628" y="7019176"/>
                </a:lnTo>
                <a:lnTo>
                  <a:pt x="9822556" y="7017789"/>
                </a:lnTo>
                <a:lnTo>
                  <a:pt x="9818340" y="7016339"/>
                </a:lnTo>
                <a:lnTo>
                  <a:pt x="9821628" y="7014068"/>
                </a:lnTo>
                <a:lnTo>
                  <a:pt x="9823562" y="7017432"/>
                </a:lnTo>
                <a:lnTo>
                  <a:pt x="9826190" y="7014512"/>
                </a:lnTo>
                <a:lnTo>
                  <a:pt x="9848245" y="7022870"/>
                </a:lnTo>
                <a:lnTo>
                  <a:pt x="9869755" y="7036704"/>
                </a:lnTo>
                <a:lnTo>
                  <a:pt x="9868009" y="7048723"/>
                </a:lnTo>
                <a:lnTo>
                  <a:pt x="9892181" y="7053074"/>
                </a:lnTo>
                <a:lnTo>
                  <a:pt x="9894908" y="7042590"/>
                </a:lnTo>
                <a:lnTo>
                  <a:pt x="9907211" y="7038274"/>
                </a:lnTo>
                <a:lnTo>
                  <a:pt x="9908596" y="7033406"/>
                </a:lnTo>
                <a:lnTo>
                  <a:pt x="9903430" y="7029473"/>
                </a:lnTo>
                <a:lnTo>
                  <a:pt x="9905173" y="7025340"/>
                </a:lnTo>
                <a:lnTo>
                  <a:pt x="9903349" y="7020810"/>
                </a:lnTo>
                <a:lnTo>
                  <a:pt x="9908607" y="7019877"/>
                </a:lnTo>
                <a:lnTo>
                  <a:pt x="9909706" y="7015585"/>
                </a:lnTo>
                <a:lnTo>
                  <a:pt x="9935782" y="7005437"/>
                </a:lnTo>
                <a:lnTo>
                  <a:pt x="9938772" y="6993263"/>
                </a:lnTo>
                <a:lnTo>
                  <a:pt x="9952875" y="7004277"/>
                </a:lnTo>
                <a:lnTo>
                  <a:pt x="9964201" y="7027704"/>
                </a:lnTo>
                <a:lnTo>
                  <a:pt x="9951289" y="7038438"/>
                </a:lnTo>
                <a:lnTo>
                  <a:pt x="9980719" y="7040689"/>
                </a:lnTo>
                <a:lnTo>
                  <a:pt x="9982145" y="7042286"/>
                </a:lnTo>
                <a:lnTo>
                  <a:pt x="9982783" y="7048868"/>
                </a:lnTo>
                <a:lnTo>
                  <a:pt x="9973421" y="7054994"/>
                </a:lnTo>
                <a:lnTo>
                  <a:pt x="9971695" y="7058597"/>
                </a:lnTo>
                <a:lnTo>
                  <a:pt x="9972932" y="7060486"/>
                </a:lnTo>
                <a:lnTo>
                  <a:pt x="9981245" y="7061733"/>
                </a:lnTo>
                <a:lnTo>
                  <a:pt x="9983570" y="7063530"/>
                </a:lnTo>
                <a:lnTo>
                  <a:pt x="9984470" y="7074732"/>
                </a:lnTo>
                <a:lnTo>
                  <a:pt x="9991215" y="7075002"/>
                </a:lnTo>
                <a:lnTo>
                  <a:pt x="10030526" y="7099880"/>
                </a:lnTo>
                <a:lnTo>
                  <a:pt x="10061062" y="7105368"/>
                </a:lnTo>
                <a:lnTo>
                  <a:pt x="10062049" y="7132627"/>
                </a:lnTo>
                <a:lnTo>
                  <a:pt x="10068315" y="7138077"/>
                </a:lnTo>
                <a:lnTo>
                  <a:pt x="10073765" y="7136305"/>
                </a:lnTo>
                <a:lnTo>
                  <a:pt x="10073192" y="7137892"/>
                </a:lnTo>
                <a:lnTo>
                  <a:pt x="10079999" y="7142849"/>
                </a:lnTo>
                <a:lnTo>
                  <a:pt x="10106385" y="7138224"/>
                </a:lnTo>
                <a:lnTo>
                  <a:pt x="10107303" y="7135702"/>
                </a:lnTo>
                <a:lnTo>
                  <a:pt x="10103050" y="7130953"/>
                </a:lnTo>
                <a:lnTo>
                  <a:pt x="10106268" y="7127193"/>
                </a:lnTo>
                <a:lnTo>
                  <a:pt x="10105128" y="7124173"/>
                </a:lnTo>
                <a:lnTo>
                  <a:pt x="10107238" y="7125062"/>
                </a:lnTo>
                <a:lnTo>
                  <a:pt x="10108022" y="7122136"/>
                </a:lnTo>
                <a:lnTo>
                  <a:pt x="10104260" y="7121523"/>
                </a:lnTo>
                <a:lnTo>
                  <a:pt x="10103041" y="7118102"/>
                </a:lnTo>
                <a:lnTo>
                  <a:pt x="10105755" y="7116477"/>
                </a:lnTo>
                <a:lnTo>
                  <a:pt x="10107309" y="7117520"/>
                </a:lnTo>
                <a:lnTo>
                  <a:pt x="10108816" y="7110467"/>
                </a:lnTo>
                <a:lnTo>
                  <a:pt x="10111635" y="7110131"/>
                </a:lnTo>
                <a:lnTo>
                  <a:pt x="10111443" y="7105965"/>
                </a:lnTo>
                <a:lnTo>
                  <a:pt x="10114071" y="7108031"/>
                </a:lnTo>
                <a:lnTo>
                  <a:pt x="10115578" y="7103786"/>
                </a:lnTo>
                <a:lnTo>
                  <a:pt x="10120673" y="7103225"/>
                </a:lnTo>
                <a:lnTo>
                  <a:pt x="10118691" y="7102033"/>
                </a:lnTo>
                <a:lnTo>
                  <a:pt x="10121206" y="7100972"/>
                </a:lnTo>
                <a:lnTo>
                  <a:pt x="10124178" y="7101321"/>
                </a:lnTo>
                <a:lnTo>
                  <a:pt x="10122919" y="7100122"/>
                </a:lnTo>
                <a:lnTo>
                  <a:pt x="10125853" y="7099340"/>
                </a:lnTo>
                <a:lnTo>
                  <a:pt x="10124392" y="7096798"/>
                </a:lnTo>
                <a:lnTo>
                  <a:pt x="10126861" y="7095169"/>
                </a:lnTo>
                <a:lnTo>
                  <a:pt x="10130437" y="7095715"/>
                </a:lnTo>
                <a:lnTo>
                  <a:pt x="10131881" y="7097732"/>
                </a:lnTo>
                <a:lnTo>
                  <a:pt x="10132757" y="7095299"/>
                </a:lnTo>
                <a:lnTo>
                  <a:pt x="10136428" y="7095590"/>
                </a:lnTo>
                <a:lnTo>
                  <a:pt x="10134970" y="7093540"/>
                </a:lnTo>
                <a:lnTo>
                  <a:pt x="10137300" y="7092348"/>
                </a:lnTo>
                <a:lnTo>
                  <a:pt x="10136611" y="7089616"/>
                </a:lnTo>
                <a:lnTo>
                  <a:pt x="10141908" y="7084986"/>
                </a:lnTo>
                <a:lnTo>
                  <a:pt x="10146393" y="7083832"/>
                </a:lnTo>
                <a:lnTo>
                  <a:pt x="10147167" y="7086968"/>
                </a:lnTo>
                <a:lnTo>
                  <a:pt x="10150238" y="7085029"/>
                </a:lnTo>
                <a:lnTo>
                  <a:pt x="10151942" y="7087065"/>
                </a:lnTo>
                <a:lnTo>
                  <a:pt x="10155268" y="7086911"/>
                </a:lnTo>
                <a:lnTo>
                  <a:pt x="10153311" y="7080477"/>
                </a:lnTo>
                <a:lnTo>
                  <a:pt x="10163817" y="7072563"/>
                </a:lnTo>
                <a:lnTo>
                  <a:pt x="10169821" y="7065317"/>
                </a:lnTo>
                <a:lnTo>
                  <a:pt x="10172826" y="7058081"/>
                </a:lnTo>
                <a:lnTo>
                  <a:pt x="10182931" y="7051544"/>
                </a:lnTo>
                <a:lnTo>
                  <a:pt x="10185450" y="7034457"/>
                </a:lnTo>
                <a:lnTo>
                  <a:pt x="10179515" y="7021420"/>
                </a:lnTo>
                <a:lnTo>
                  <a:pt x="10182173" y="7019294"/>
                </a:lnTo>
                <a:lnTo>
                  <a:pt x="10192701" y="7018204"/>
                </a:lnTo>
                <a:lnTo>
                  <a:pt x="10193341" y="7015324"/>
                </a:lnTo>
                <a:lnTo>
                  <a:pt x="10186580" y="7010067"/>
                </a:lnTo>
                <a:lnTo>
                  <a:pt x="10194311" y="7010731"/>
                </a:lnTo>
                <a:lnTo>
                  <a:pt x="10197655" y="7006953"/>
                </a:lnTo>
                <a:lnTo>
                  <a:pt x="10196422" y="7004544"/>
                </a:lnTo>
                <a:lnTo>
                  <a:pt x="10189434" y="7001481"/>
                </a:lnTo>
                <a:lnTo>
                  <a:pt x="10190425" y="6996590"/>
                </a:lnTo>
                <a:lnTo>
                  <a:pt x="10195878" y="6989970"/>
                </a:lnTo>
                <a:lnTo>
                  <a:pt x="10189415" y="6984027"/>
                </a:lnTo>
                <a:lnTo>
                  <a:pt x="10187563" y="6970584"/>
                </a:lnTo>
                <a:lnTo>
                  <a:pt x="10180386" y="6971918"/>
                </a:lnTo>
                <a:lnTo>
                  <a:pt x="10177694" y="6969318"/>
                </a:lnTo>
                <a:lnTo>
                  <a:pt x="10185027" y="6964033"/>
                </a:lnTo>
                <a:lnTo>
                  <a:pt x="10183340" y="6957862"/>
                </a:lnTo>
                <a:lnTo>
                  <a:pt x="10192756" y="6954953"/>
                </a:lnTo>
                <a:lnTo>
                  <a:pt x="10194928" y="6944132"/>
                </a:lnTo>
                <a:lnTo>
                  <a:pt x="10192330" y="6940949"/>
                </a:lnTo>
                <a:lnTo>
                  <a:pt x="10193442" y="6934147"/>
                </a:lnTo>
                <a:lnTo>
                  <a:pt x="10188466" y="6936155"/>
                </a:lnTo>
                <a:lnTo>
                  <a:pt x="10186908" y="6932935"/>
                </a:lnTo>
                <a:lnTo>
                  <a:pt x="10189769" y="6930325"/>
                </a:lnTo>
                <a:lnTo>
                  <a:pt x="10197383" y="6928181"/>
                </a:lnTo>
                <a:lnTo>
                  <a:pt x="10202695" y="6923639"/>
                </a:lnTo>
                <a:lnTo>
                  <a:pt x="10197981" y="6917291"/>
                </a:lnTo>
                <a:lnTo>
                  <a:pt x="10195480" y="6917051"/>
                </a:lnTo>
                <a:lnTo>
                  <a:pt x="10195484" y="6904896"/>
                </a:lnTo>
                <a:lnTo>
                  <a:pt x="10198207" y="6905428"/>
                </a:lnTo>
                <a:lnTo>
                  <a:pt x="10200205" y="6909530"/>
                </a:lnTo>
                <a:lnTo>
                  <a:pt x="10204923" y="6908044"/>
                </a:lnTo>
                <a:lnTo>
                  <a:pt x="10201623" y="6903416"/>
                </a:lnTo>
                <a:lnTo>
                  <a:pt x="10206975" y="6898767"/>
                </a:lnTo>
                <a:lnTo>
                  <a:pt x="10205901" y="6897987"/>
                </a:lnTo>
                <a:lnTo>
                  <a:pt x="10202876" y="6900183"/>
                </a:lnTo>
                <a:lnTo>
                  <a:pt x="10203459" y="6892455"/>
                </a:lnTo>
                <a:lnTo>
                  <a:pt x="10205155" y="6890948"/>
                </a:lnTo>
                <a:lnTo>
                  <a:pt x="10206422" y="6893639"/>
                </a:lnTo>
                <a:lnTo>
                  <a:pt x="10211615" y="6896286"/>
                </a:lnTo>
                <a:lnTo>
                  <a:pt x="10209899" y="6888659"/>
                </a:lnTo>
                <a:lnTo>
                  <a:pt x="10213625" y="6887267"/>
                </a:lnTo>
                <a:lnTo>
                  <a:pt x="10216214" y="6891398"/>
                </a:lnTo>
                <a:lnTo>
                  <a:pt x="10218780" y="6889140"/>
                </a:lnTo>
                <a:lnTo>
                  <a:pt x="10216197" y="6886522"/>
                </a:lnTo>
                <a:lnTo>
                  <a:pt x="10218364" y="6885056"/>
                </a:lnTo>
                <a:lnTo>
                  <a:pt x="10222682" y="6890977"/>
                </a:lnTo>
                <a:lnTo>
                  <a:pt x="10224774" y="6889677"/>
                </a:lnTo>
                <a:lnTo>
                  <a:pt x="10224399" y="6882697"/>
                </a:lnTo>
                <a:lnTo>
                  <a:pt x="10221356" y="6879951"/>
                </a:lnTo>
                <a:lnTo>
                  <a:pt x="10224642" y="6876401"/>
                </a:lnTo>
                <a:lnTo>
                  <a:pt x="10223919" y="6873319"/>
                </a:lnTo>
                <a:lnTo>
                  <a:pt x="10226790" y="6866480"/>
                </a:lnTo>
                <a:lnTo>
                  <a:pt x="10224406" y="6856824"/>
                </a:lnTo>
                <a:lnTo>
                  <a:pt x="10231198" y="6851363"/>
                </a:lnTo>
                <a:lnTo>
                  <a:pt x="10235322" y="6850268"/>
                </a:lnTo>
                <a:lnTo>
                  <a:pt x="10238723" y="6827668"/>
                </a:lnTo>
                <a:lnTo>
                  <a:pt x="10244498" y="6823156"/>
                </a:lnTo>
                <a:lnTo>
                  <a:pt x="10253640" y="6822113"/>
                </a:lnTo>
                <a:lnTo>
                  <a:pt x="10256871" y="6819272"/>
                </a:lnTo>
                <a:lnTo>
                  <a:pt x="10257784" y="6815548"/>
                </a:lnTo>
                <a:lnTo>
                  <a:pt x="10260537" y="6814832"/>
                </a:lnTo>
                <a:lnTo>
                  <a:pt x="10257595" y="6810646"/>
                </a:lnTo>
                <a:lnTo>
                  <a:pt x="10263594" y="6803611"/>
                </a:lnTo>
                <a:lnTo>
                  <a:pt x="10265808" y="6774686"/>
                </a:lnTo>
                <a:lnTo>
                  <a:pt x="10264789" y="6764871"/>
                </a:lnTo>
                <a:lnTo>
                  <a:pt x="10269240" y="6758358"/>
                </a:lnTo>
                <a:lnTo>
                  <a:pt x="10268413" y="6739832"/>
                </a:lnTo>
                <a:lnTo>
                  <a:pt x="10275379" y="6729691"/>
                </a:lnTo>
                <a:lnTo>
                  <a:pt x="10280399" y="6726141"/>
                </a:lnTo>
                <a:lnTo>
                  <a:pt x="10286007" y="6716114"/>
                </a:lnTo>
                <a:lnTo>
                  <a:pt x="10286329" y="6706566"/>
                </a:lnTo>
                <a:lnTo>
                  <a:pt x="10289267" y="6702418"/>
                </a:lnTo>
                <a:lnTo>
                  <a:pt x="10291135" y="6693476"/>
                </a:lnTo>
                <a:lnTo>
                  <a:pt x="10292016" y="6679406"/>
                </a:lnTo>
                <a:lnTo>
                  <a:pt x="10290531" y="6671699"/>
                </a:lnTo>
                <a:lnTo>
                  <a:pt x="10293001" y="6653986"/>
                </a:lnTo>
                <a:lnTo>
                  <a:pt x="10280705" y="6615955"/>
                </a:lnTo>
                <a:lnTo>
                  <a:pt x="10282310" y="6600569"/>
                </a:lnTo>
                <a:lnTo>
                  <a:pt x="10273945" y="6587122"/>
                </a:lnTo>
                <a:lnTo>
                  <a:pt x="10276802" y="6580384"/>
                </a:lnTo>
                <a:lnTo>
                  <a:pt x="10268890" y="6575356"/>
                </a:lnTo>
                <a:lnTo>
                  <a:pt x="10272579" y="6566456"/>
                </a:lnTo>
                <a:lnTo>
                  <a:pt x="10269114" y="6563956"/>
                </a:lnTo>
                <a:lnTo>
                  <a:pt x="10268734" y="6560970"/>
                </a:lnTo>
                <a:lnTo>
                  <a:pt x="10277137" y="6557202"/>
                </a:lnTo>
                <a:lnTo>
                  <a:pt x="10275859" y="6554289"/>
                </a:lnTo>
                <a:lnTo>
                  <a:pt x="10277109" y="6549346"/>
                </a:lnTo>
                <a:lnTo>
                  <a:pt x="10273930" y="6548470"/>
                </a:lnTo>
                <a:lnTo>
                  <a:pt x="10276033" y="6542615"/>
                </a:lnTo>
                <a:lnTo>
                  <a:pt x="10274402" y="6538252"/>
                </a:lnTo>
                <a:lnTo>
                  <a:pt x="10267796" y="6536388"/>
                </a:lnTo>
                <a:lnTo>
                  <a:pt x="10261960" y="6523893"/>
                </a:lnTo>
                <a:lnTo>
                  <a:pt x="10257049" y="6521345"/>
                </a:lnTo>
                <a:lnTo>
                  <a:pt x="10256227" y="6518644"/>
                </a:lnTo>
                <a:lnTo>
                  <a:pt x="10251011" y="6518821"/>
                </a:lnTo>
                <a:lnTo>
                  <a:pt x="10242451" y="6512002"/>
                </a:lnTo>
                <a:lnTo>
                  <a:pt x="10239631" y="6511571"/>
                </a:lnTo>
                <a:lnTo>
                  <a:pt x="10238537" y="6508400"/>
                </a:lnTo>
                <a:lnTo>
                  <a:pt x="10232078" y="6502756"/>
                </a:lnTo>
                <a:lnTo>
                  <a:pt x="10235356" y="6499024"/>
                </a:lnTo>
                <a:lnTo>
                  <a:pt x="10234947" y="6494886"/>
                </a:lnTo>
                <a:lnTo>
                  <a:pt x="10242277" y="6482669"/>
                </a:lnTo>
                <a:lnTo>
                  <a:pt x="10241088" y="6480263"/>
                </a:lnTo>
                <a:lnTo>
                  <a:pt x="10243486" y="6476196"/>
                </a:lnTo>
                <a:lnTo>
                  <a:pt x="10235624" y="6466909"/>
                </a:lnTo>
                <a:lnTo>
                  <a:pt x="10233702" y="6461522"/>
                </a:lnTo>
                <a:lnTo>
                  <a:pt x="10223012" y="6454230"/>
                </a:lnTo>
                <a:lnTo>
                  <a:pt x="10213262" y="6440963"/>
                </a:lnTo>
                <a:lnTo>
                  <a:pt x="10216407" y="6429665"/>
                </a:lnTo>
                <a:lnTo>
                  <a:pt x="10215050" y="6423461"/>
                </a:lnTo>
                <a:lnTo>
                  <a:pt x="10216570" y="6417947"/>
                </a:lnTo>
                <a:lnTo>
                  <a:pt x="10225202" y="6405256"/>
                </a:lnTo>
                <a:lnTo>
                  <a:pt x="10231091" y="6400140"/>
                </a:lnTo>
                <a:lnTo>
                  <a:pt x="10229609" y="6398180"/>
                </a:lnTo>
                <a:lnTo>
                  <a:pt x="10223380" y="6396751"/>
                </a:lnTo>
                <a:lnTo>
                  <a:pt x="10212417" y="6397265"/>
                </a:lnTo>
                <a:lnTo>
                  <a:pt x="10206917" y="6395480"/>
                </a:lnTo>
                <a:lnTo>
                  <a:pt x="10201231" y="6392108"/>
                </a:lnTo>
                <a:lnTo>
                  <a:pt x="10199515" y="6387982"/>
                </a:lnTo>
                <a:lnTo>
                  <a:pt x="10194288" y="6385146"/>
                </a:lnTo>
                <a:lnTo>
                  <a:pt x="10188119" y="6377696"/>
                </a:lnTo>
                <a:lnTo>
                  <a:pt x="10179963" y="6376769"/>
                </a:lnTo>
                <a:lnTo>
                  <a:pt x="10175286" y="6372222"/>
                </a:lnTo>
                <a:lnTo>
                  <a:pt x="10175637" y="6363848"/>
                </a:lnTo>
                <a:lnTo>
                  <a:pt x="10169852" y="6354999"/>
                </a:lnTo>
                <a:lnTo>
                  <a:pt x="10169045" y="6347629"/>
                </a:lnTo>
                <a:lnTo>
                  <a:pt x="10162677" y="6340054"/>
                </a:lnTo>
                <a:lnTo>
                  <a:pt x="10160757" y="6339760"/>
                </a:lnTo>
                <a:lnTo>
                  <a:pt x="10152838" y="6344860"/>
                </a:lnTo>
                <a:lnTo>
                  <a:pt x="10147107" y="6345015"/>
                </a:lnTo>
                <a:lnTo>
                  <a:pt x="10141496" y="6347487"/>
                </a:lnTo>
                <a:lnTo>
                  <a:pt x="10139333" y="6344327"/>
                </a:lnTo>
                <a:lnTo>
                  <a:pt x="10125050" y="6338454"/>
                </a:lnTo>
                <a:lnTo>
                  <a:pt x="10115434" y="6338540"/>
                </a:lnTo>
                <a:lnTo>
                  <a:pt x="10112293" y="6330667"/>
                </a:lnTo>
                <a:lnTo>
                  <a:pt x="10103550" y="6321392"/>
                </a:lnTo>
                <a:lnTo>
                  <a:pt x="10096036" y="6299648"/>
                </a:lnTo>
                <a:lnTo>
                  <a:pt x="10092893" y="6298481"/>
                </a:lnTo>
                <a:lnTo>
                  <a:pt x="10090193" y="6294254"/>
                </a:lnTo>
                <a:lnTo>
                  <a:pt x="10089939" y="6290442"/>
                </a:lnTo>
                <a:lnTo>
                  <a:pt x="10095703" y="6283991"/>
                </a:lnTo>
                <a:lnTo>
                  <a:pt x="10095912" y="6277695"/>
                </a:lnTo>
                <a:lnTo>
                  <a:pt x="10089849" y="6276856"/>
                </a:lnTo>
                <a:lnTo>
                  <a:pt x="10085010" y="6266165"/>
                </a:lnTo>
                <a:lnTo>
                  <a:pt x="10081241" y="6264698"/>
                </a:lnTo>
                <a:lnTo>
                  <a:pt x="10080696" y="6262032"/>
                </a:lnTo>
                <a:lnTo>
                  <a:pt x="10075007" y="6257783"/>
                </a:lnTo>
                <a:lnTo>
                  <a:pt x="10065371" y="6258931"/>
                </a:lnTo>
                <a:lnTo>
                  <a:pt x="10061083" y="6256587"/>
                </a:lnTo>
                <a:lnTo>
                  <a:pt x="10058372" y="6243173"/>
                </a:lnTo>
                <a:lnTo>
                  <a:pt x="10056134" y="6240040"/>
                </a:lnTo>
                <a:lnTo>
                  <a:pt x="10058189" y="6238239"/>
                </a:lnTo>
                <a:lnTo>
                  <a:pt x="10060603" y="6226392"/>
                </a:lnTo>
                <a:lnTo>
                  <a:pt x="10069389" y="6223003"/>
                </a:lnTo>
                <a:lnTo>
                  <a:pt x="10071776" y="6215159"/>
                </a:lnTo>
                <a:lnTo>
                  <a:pt x="10079730" y="6211525"/>
                </a:lnTo>
                <a:lnTo>
                  <a:pt x="10083153" y="6197948"/>
                </a:lnTo>
                <a:lnTo>
                  <a:pt x="10082343" y="6194406"/>
                </a:lnTo>
                <a:lnTo>
                  <a:pt x="10084106" y="6192574"/>
                </a:lnTo>
                <a:lnTo>
                  <a:pt x="10083954" y="6184728"/>
                </a:lnTo>
                <a:lnTo>
                  <a:pt x="10093855" y="6178500"/>
                </a:lnTo>
                <a:lnTo>
                  <a:pt x="10085715" y="6170711"/>
                </a:lnTo>
                <a:lnTo>
                  <a:pt x="10087413" y="6154962"/>
                </a:lnTo>
                <a:lnTo>
                  <a:pt x="10089901" y="6152046"/>
                </a:lnTo>
                <a:lnTo>
                  <a:pt x="10089885" y="6148551"/>
                </a:lnTo>
                <a:lnTo>
                  <a:pt x="10089225" y="6144210"/>
                </a:lnTo>
                <a:lnTo>
                  <a:pt x="10084773" y="6139495"/>
                </a:lnTo>
                <a:lnTo>
                  <a:pt x="10089455" y="6131069"/>
                </a:lnTo>
                <a:lnTo>
                  <a:pt x="10085364" y="6124898"/>
                </a:lnTo>
                <a:lnTo>
                  <a:pt x="10093293" y="6114161"/>
                </a:lnTo>
                <a:lnTo>
                  <a:pt x="10093712" y="6101253"/>
                </a:lnTo>
                <a:lnTo>
                  <a:pt x="10096654" y="6099155"/>
                </a:lnTo>
                <a:lnTo>
                  <a:pt x="10100304" y="6099625"/>
                </a:lnTo>
                <a:lnTo>
                  <a:pt x="10099593" y="6093925"/>
                </a:lnTo>
                <a:lnTo>
                  <a:pt x="10103698" y="6085216"/>
                </a:lnTo>
                <a:lnTo>
                  <a:pt x="10107437" y="6084413"/>
                </a:lnTo>
                <a:lnTo>
                  <a:pt x="10107177" y="6068639"/>
                </a:lnTo>
                <a:lnTo>
                  <a:pt x="10108636" y="6065429"/>
                </a:lnTo>
                <a:lnTo>
                  <a:pt x="10106749" y="6058183"/>
                </a:lnTo>
                <a:lnTo>
                  <a:pt x="10110020" y="6047109"/>
                </a:lnTo>
                <a:lnTo>
                  <a:pt x="10108453" y="6041302"/>
                </a:lnTo>
                <a:lnTo>
                  <a:pt x="10116020" y="6034769"/>
                </a:lnTo>
                <a:lnTo>
                  <a:pt x="10121753" y="6034879"/>
                </a:lnTo>
                <a:lnTo>
                  <a:pt x="10123913" y="6032386"/>
                </a:lnTo>
                <a:lnTo>
                  <a:pt x="10119466" y="6023119"/>
                </a:lnTo>
                <a:lnTo>
                  <a:pt x="10120036" y="6019720"/>
                </a:lnTo>
                <a:lnTo>
                  <a:pt x="10124224" y="6012890"/>
                </a:lnTo>
                <a:lnTo>
                  <a:pt x="10128313" y="6009810"/>
                </a:lnTo>
                <a:lnTo>
                  <a:pt x="10129373" y="6002586"/>
                </a:lnTo>
                <a:lnTo>
                  <a:pt x="10133023" y="5995712"/>
                </a:lnTo>
                <a:lnTo>
                  <a:pt x="10142029" y="5990997"/>
                </a:lnTo>
                <a:lnTo>
                  <a:pt x="10146025" y="5984010"/>
                </a:lnTo>
                <a:lnTo>
                  <a:pt x="10149671" y="5982134"/>
                </a:lnTo>
                <a:lnTo>
                  <a:pt x="10139052" y="5958642"/>
                </a:lnTo>
                <a:lnTo>
                  <a:pt x="10129394" y="5954195"/>
                </a:lnTo>
                <a:lnTo>
                  <a:pt x="10120225" y="5939135"/>
                </a:lnTo>
                <a:lnTo>
                  <a:pt x="10124160" y="5929601"/>
                </a:lnTo>
                <a:lnTo>
                  <a:pt x="10123902" y="5917838"/>
                </a:lnTo>
                <a:lnTo>
                  <a:pt x="10128194" y="5904843"/>
                </a:lnTo>
                <a:lnTo>
                  <a:pt x="10126408" y="5899387"/>
                </a:lnTo>
                <a:lnTo>
                  <a:pt x="10129518" y="5897291"/>
                </a:lnTo>
                <a:lnTo>
                  <a:pt x="10130707" y="5890436"/>
                </a:lnTo>
                <a:lnTo>
                  <a:pt x="10136406" y="5884220"/>
                </a:lnTo>
                <a:lnTo>
                  <a:pt x="10139651" y="5883837"/>
                </a:lnTo>
                <a:lnTo>
                  <a:pt x="10150297" y="5875733"/>
                </a:lnTo>
                <a:lnTo>
                  <a:pt x="10165573" y="5874026"/>
                </a:lnTo>
                <a:lnTo>
                  <a:pt x="10165761" y="5870314"/>
                </a:lnTo>
                <a:lnTo>
                  <a:pt x="10163348" y="5867222"/>
                </a:lnTo>
                <a:lnTo>
                  <a:pt x="10156989" y="5865405"/>
                </a:lnTo>
                <a:lnTo>
                  <a:pt x="10151267" y="5860189"/>
                </a:lnTo>
                <a:lnTo>
                  <a:pt x="10156644" y="5851908"/>
                </a:lnTo>
                <a:lnTo>
                  <a:pt x="10147207" y="5841785"/>
                </a:lnTo>
                <a:lnTo>
                  <a:pt x="10150194" y="5836890"/>
                </a:lnTo>
                <a:lnTo>
                  <a:pt x="10142404" y="5833039"/>
                </a:lnTo>
                <a:lnTo>
                  <a:pt x="10138000" y="5825440"/>
                </a:lnTo>
                <a:lnTo>
                  <a:pt x="10128239" y="5819496"/>
                </a:lnTo>
                <a:lnTo>
                  <a:pt x="10122922" y="5812358"/>
                </a:lnTo>
                <a:lnTo>
                  <a:pt x="10124471" y="5808579"/>
                </a:lnTo>
                <a:lnTo>
                  <a:pt x="10122663" y="5791536"/>
                </a:lnTo>
                <a:lnTo>
                  <a:pt x="10125979" y="5785001"/>
                </a:lnTo>
                <a:lnTo>
                  <a:pt x="10131036" y="5781493"/>
                </a:lnTo>
                <a:lnTo>
                  <a:pt x="10135779" y="5781199"/>
                </a:lnTo>
                <a:lnTo>
                  <a:pt x="10139013" y="5775483"/>
                </a:lnTo>
                <a:lnTo>
                  <a:pt x="10143698" y="5772331"/>
                </a:lnTo>
                <a:lnTo>
                  <a:pt x="10138690" y="5767596"/>
                </a:lnTo>
                <a:lnTo>
                  <a:pt x="10138825" y="5765429"/>
                </a:lnTo>
                <a:lnTo>
                  <a:pt x="10143536" y="5756614"/>
                </a:lnTo>
                <a:lnTo>
                  <a:pt x="10150361" y="5755415"/>
                </a:lnTo>
                <a:lnTo>
                  <a:pt x="10148099" y="5751545"/>
                </a:lnTo>
                <a:lnTo>
                  <a:pt x="10141676" y="5749249"/>
                </a:lnTo>
                <a:lnTo>
                  <a:pt x="10140694" y="5744957"/>
                </a:lnTo>
                <a:lnTo>
                  <a:pt x="10142937" y="5739054"/>
                </a:lnTo>
                <a:lnTo>
                  <a:pt x="10151954" y="5731497"/>
                </a:lnTo>
                <a:lnTo>
                  <a:pt x="10152772" y="5720277"/>
                </a:lnTo>
                <a:lnTo>
                  <a:pt x="10160807" y="5716836"/>
                </a:lnTo>
                <a:lnTo>
                  <a:pt x="10166735" y="5709549"/>
                </a:lnTo>
                <a:lnTo>
                  <a:pt x="10159824" y="5700947"/>
                </a:lnTo>
                <a:lnTo>
                  <a:pt x="10167821" y="5685544"/>
                </a:lnTo>
                <a:lnTo>
                  <a:pt x="10176887" y="5673497"/>
                </a:lnTo>
                <a:lnTo>
                  <a:pt x="10181645" y="5669962"/>
                </a:lnTo>
                <a:lnTo>
                  <a:pt x="10195760" y="5664687"/>
                </a:lnTo>
                <a:lnTo>
                  <a:pt x="10205263" y="5655036"/>
                </a:lnTo>
                <a:lnTo>
                  <a:pt x="10207184" y="5642684"/>
                </a:lnTo>
                <a:lnTo>
                  <a:pt x="10212146" y="5635232"/>
                </a:lnTo>
                <a:lnTo>
                  <a:pt x="10209494" y="5632210"/>
                </a:lnTo>
                <a:lnTo>
                  <a:pt x="10213499" y="5620691"/>
                </a:lnTo>
                <a:lnTo>
                  <a:pt x="10212822" y="5613419"/>
                </a:lnTo>
                <a:lnTo>
                  <a:pt x="10226060" y="5601791"/>
                </a:lnTo>
                <a:lnTo>
                  <a:pt x="10233068" y="5599217"/>
                </a:lnTo>
                <a:lnTo>
                  <a:pt x="10241832" y="5589535"/>
                </a:lnTo>
                <a:lnTo>
                  <a:pt x="10246767" y="5567635"/>
                </a:lnTo>
                <a:lnTo>
                  <a:pt x="10253832" y="5559713"/>
                </a:lnTo>
                <a:lnTo>
                  <a:pt x="10245180" y="5545065"/>
                </a:lnTo>
                <a:lnTo>
                  <a:pt x="10254575" y="5527860"/>
                </a:lnTo>
                <a:lnTo>
                  <a:pt x="10253244" y="5518176"/>
                </a:lnTo>
                <a:lnTo>
                  <a:pt x="10255588" y="5505092"/>
                </a:lnTo>
                <a:lnTo>
                  <a:pt x="10258137" y="5500031"/>
                </a:lnTo>
                <a:lnTo>
                  <a:pt x="10271490" y="5499062"/>
                </a:lnTo>
                <a:lnTo>
                  <a:pt x="10281913" y="5492602"/>
                </a:lnTo>
                <a:lnTo>
                  <a:pt x="10279778" y="5479126"/>
                </a:lnTo>
                <a:lnTo>
                  <a:pt x="10287647" y="5469682"/>
                </a:lnTo>
                <a:lnTo>
                  <a:pt x="10285410" y="5466452"/>
                </a:lnTo>
                <a:lnTo>
                  <a:pt x="10285122" y="5458246"/>
                </a:lnTo>
                <a:lnTo>
                  <a:pt x="10289819" y="5456672"/>
                </a:lnTo>
                <a:lnTo>
                  <a:pt x="10293257" y="5451654"/>
                </a:lnTo>
                <a:lnTo>
                  <a:pt x="10301764" y="5445564"/>
                </a:lnTo>
                <a:lnTo>
                  <a:pt x="10304050" y="5440461"/>
                </a:lnTo>
                <a:lnTo>
                  <a:pt x="10299906" y="5434056"/>
                </a:lnTo>
                <a:lnTo>
                  <a:pt x="10291695" y="5427844"/>
                </a:lnTo>
                <a:lnTo>
                  <a:pt x="10289829" y="5416913"/>
                </a:lnTo>
                <a:lnTo>
                  <a:pt x="10282368" y="5410759"/>
                </a:lnTo>
                <a:lnTo>
                  <a:pt x="10275975" y="5408730"/>
                </a:lnTo>
                <a:lnTo>
                  <a:pt x="10275511" y="5405156"/>
                </a:lnTo>
                <a:lnTo>
                  <a:pt x="10292454" y="5399363"/>
                </a:lnTo>
                <a:lnTo>
                  <a:pt x="10300812" y="5387006"/>
                </a:lnTo>
                <a:lnTo>
                  <a:pt x="10308740" y="5384932"/>
                </a:lnTo>
                <a:lnTo>
                  <a:pt x="10308946" y="5378737"/>
                </a:lnTo>
                <a:lnTo>
                  <a:pt x="10304896" y="5375131"/>
                </a:lnTo>
                <a:lnTo>
                  <a:pt x="10302203" y="5364594"/>
                </a:lnTo>
                <a:lnTo>
                  <a:pt x="10293534" y="5365394"/>
                </a:lnTo>
                <a:lnTo>
                  <a:pt x="10289825" y="5361929"/>
                </a:lnTo>
                <a:lnTo>
                  <a:pt x="10281670" y="5362014"/>
                </a:lnTo>
                <a:lnTo>
                  <a:pt x="10274813" y="5354162"/>
                </a:lnTo>
                <a:lnTo>
                  <a:pt x="10264970" y="5348085"/>
                </a:lnTo>
                <a:lnTo>
                  <a:pt x="10252808" y="5345306"/>
                </a:lnTo>
                <a:lnTo>
                  <a:pt x="10246734" y="5338137"/>
                </a:lnTo>
                <a:lnTo>
                  <a:pt x="10239871" y="5336226"/>
                </a:lnTo>
                <a:lnTo>
                  <a:pt x="10235596" y="5337031"/>
                </a:lnTo>
                <a:lnTo>
                  <a:pt x="10230354" y="5332238"/>
                </a:lnTo>
                <a:lnTo>
                  <a:pt x="10220368" y="5332246"/>
                </a:lnTo>
                <a:lnTo>
                  <a:pt x="10203736" y="5348034"/>
                </a:lnTo>
                <a:lnTo>
                  <a:pt x="10184175" y="5349525"/>
                </a:lnTo>
                <a:lnTo>
                  <a:pt x="10178485" y="5344529"/>
                </a:lnTo>
                <a:lnTo>
                  <a:pt x="10176729" y="5325434"/>
                </a:lnTo>
                <a:lnTo>
                  <a:pt x="10170405" y="5315834"/>
                </a:lnTo>
                <a:lnTo>
                  <a:pt x="10164464" y="5315271"/>
                </a:lnTo>
                <a:lnTo>
                  <a:pt x="10156063" y="5317934"/>
                </a:lnTo>
                <a:lnTo>
                  <a:pt x="10147125" y="5326745"/>
                </a:lnTo>
                <a:lnTo>
                  <a:pt x="10139755" y="5324206"/>
                </a:lnTo>
                <a:lnTo>
                  <a:pt x="10134772" y="5314236"/>
                </a:lnTo>
                <a:lnTo>
                  <a:pt x="10120885" y="5310828"/>
                </a:lnTo>
                <a:lnTo>
                  <a:pt x="10114899" y="5305326"/>
                </a:lnTo>
                <a:lnTo>
                  <a:pt x="10106527" y="5303447"/>
                </a:lnTo>
                <a:lnTo>
                  <a:pt x="10102079" y="5304947"/>
                </a:lnTo>
                <a:lnTo>
                  <a:pt x="10096509" y="5314498"/>
                </a:lnTo>
                <a:lnTo>
                  <a:pt x="10090282" y="5312123"/>
                </a:lnTo>
                <a:lnTo>
                  <a:pt x="10073858" y="5312726"/>
                </a:lnTo>
                <a:lnTo>
                  <a:pt x="10068287" y="5318045"/>
                </a:lnTo>
                <a:lnTo>
                  <a:pt x="10053100" y="5327199"/>
                </a:lnTo>
                <a:lnTo>
                  <a:pt x="10051272" y="5325169"/>
                </a:lnTo>
                <a:lnTo>
                  <a:pt x="10031426" y="5318577"/>
                </a:lnTo>
                <a:lnTo>
                  <a:pt x="10018680" y="5299675"/>
                </a:lnTo>
                <a:lnTo>
                  <a:pt x="9999118" y="5297591"/>
                </a:lnTo>
                <a:lnTo>
                  <a:pt x="9990886" y="5289162"/>
                </a:lnTo>
                <a:lnTo>
                  <a:pt x="9976393" y="5291478"/>
                </a:lnTo>
                <a:lnTo>
                  <a:pt x="9971206" y="5289896"/>
                </a:lnTo>
                <a:lnTo>
                  <a:pt x="9962152" y="5290327"/>
                </a:lnTo>
                <a:lnTo>
                  <a:pt x="9951931" y="5297179"/>
                </a:lnTo>
                <a:lnTo>
                  <a:pt x="9938537" y="5298381"/>
                </a:lnTo>
                <a:lnTo>
                  <a:pt x="9925379" y="5292856"/>
                </a:lnTo>
                <a:lnTo>
                  <a:pt x="9912597" y="5297628"/>
                </a:lnTo>
                <a:lnTo>
                  <a:pt x="9906001" y="5281965"/>
                </a:lnTo>
                <a:lnTo>
                  <a:pt x="9898566" y="5276242"/>
                </a:lnTo>
                <a:lnTo>
                  <a:pt x="9904758" y="5266804"/>
                </a:lnTo>
                <a:lnTo>
                  <a:pt x="9902060" y="5253347"/>
                </a:lnTo>
                <a:lnTo>
                  <a:pt x="9894087" y="5252663"/>
                </a:lnTo>
                <a:lnTo>
                  <a:pt x="9890293" y="5255291"/>
                </a:lnTo>
                <a:lnTo>
                  <a:pt x="9884000" y="5250677"/>
                </a:lnTo>
                <a:lnTo>
                  <a:pt x="9872324" y="5247511"/>
                </a:lnTo>
                <a:lnTo>
                  <a:pt x="9872040" y="5252151"/>
                </a:lnTo>
                <a:lnTo>
                  <a:pt x="9869139" y="5254527"/>
                </a:lnTo>
                <a:lnTo>
                  <a:pt x="9863989" y="5266834"/>
                </a:lnTo>
                <a:lnTo>
                  <a:pt x="9866915" y="5274897"/>
                </a:lnTo>
                <a:lnTo>
                  <a:pt x="9863919" y="5286444"/>
                </a:lnTo>
                <a:lnTo>
                  <a:pt x="9860386" y="5287830"/>
                </a:lnTo>
                <a:lnTo>
                  <a:pt x="9857056" y="5284688"/>
                </a:lnTo>
                <a:lnTo>
                  <a:pt x="9850780" y="5284909"/>
                </a:lnTo>
                <a:lnTo>
                  <a:pt x="9841680" y="5293276"/>
                </a:lnTo>
                <a:lnTo>
                  <a:pt x="9841674" y="5297545"/>
                </a:lnTo>
                <a:lnTo>
                  <a:pt x="9839602" y="5299832"/>
                </a:lnTo>
                <a:lnTo>
                  <a:pt x="9816561" y="5311214"/>
                </a:lnTo>
                <a:lnTo>
                  <a:pt x="9805706" y="5336721"/>
                </a:lnTo>
                <a:lnTo>
                  <a:pt x="9805816" y="5339653"/>
                </a:lnTo>
                <a:lnTo>
                  <a:pt x="9809517" y="5343967"/>
                </a:lnTo>
                <a:lnTo>
                  <a:pt x="9807613" y="5348437"/>
                </a:lnTo>
                <a:lnTo>
                  <a:pt x="9809532" y="5351075"/>
                </a:lnTo>
                <a:lnTo>
                  <a:pt x="9794789" y="5358661"/>
                </a:lnTo>
                <a:lnTo>
                  <a:pt x="9785909" y="5372473"/>
                </a:lnTo>
                <a:lnTo>
                  <a:pt x="9779737" y="5386771"/>
                </a:lnTo>
                <a:lnTo>
                  <a:pt x="9768346" y="5387641"/>
                </a:lnTo>
                <a:lnTo>
                  <a:pt x="9766421" y="5393312"/>
                </a:lnTo>
                <a:lnTo>
                  <a:pt x="9759099" y="5401109"/>
                </a:lnTo>
                <a:lnTo>
                  <a:pt x="9756629" y="5406780"/>
                </a:lnTo>
                <a:lnTo>
                  <a:pt x="9759531" y="5414044"/>
                </a:lnTo>
                <a:lnTo>
                  <a:pt x="9755785" y="5418483"/>
                </a:lnTo>
                <a:lnTo>
                  <a:pt x="9746572" y="5423234"/>
                </a:lnTo>
                <a:lnTo>
                  <a:pt x="9729375" y="5416286"/>
                </a:lnTo>
                <a:lnTo>
                  <a:pt x="9725116" y="5415675"/>
                </a:lnTo>
                <a:lnTo>
                  <a:pt x="9721552" y="5417470"/>
                </a:lnTo>
                <a:lnTo>
                  <a:pt x="9715037" y="5415035"/>
                </a:lnTo>
                <a:lnTo>
                  <a:pt x="9707976" y="5416713"/>
                </a:lnTo>
                <a:lnTo>
                  <a:pt x="9699351" y="5414955"/>
                </a:lnTo>
                <a:lnTo>
                  <a:pt x="9692993" y="5417814"/>
                </a:lnTo>
                <a:lnTo>
                  <a:pt x="9687640" y="5417395"/>
                </a:lnTo>
                <a:lnTo>
                  <a:pt x="9685381" y="5420423"/>
                </a:lnTo>
                <a:lnTo>
                  <a:pt x="9675831" y="5421356"/>
                </a:lnTo>
                <a:lnTo>
                  <a:pt x="9673763" y="5408825"/>
                </a:lnTo>
                <a:lnTo>
                  <a:pt x="9675546" y="5405712"/>
                </a:lnTo>
                <a:lnTo>
                  <a:pt x="9672964" y="5402621"/>
                </a:lnTo>
                <a:lnTo>
                  <a:pt x="9680885" y="5393732"/>
                </a:lnTo>
                <a:lnTo>
                  <a:pt x="9680611" y="5388003"/>
                </a:lnTo>
                <a:lnTo>
                  <a:pt x="9675377" y="5386162"/>
                </a:lnTo>
                <a:lnTo>
                  <a:pt x="9667379" y="5386005"/>
                </a:lnTo>
                <a:lnTo>
                  <a:pt x="9654071" y="5389377"/>
                </a:lnTo>
                <a:lnTo>
                  <a:pt x="9648306" y="5387848"/>
                </a:lnTo>
                <a:lnTo>
                  <a:pt x="9640809" y="5388603"/>
                </a:lnTo>
                <a:lnTo>
                  <a:pt x="9636919" y="5390718"/>
                </a:lnTo>
                <a:lnTo>
                  <a:pt x="9636314" y="5400037"/>
                </a:lnTo>
                <a:lnTo>
                  <a:pt x="9630826" y="5404001"/>
                </a:lnTo>
                <a:lnTo>
                  <a:pt x="9626004" y="5403425"/>
                </a:lnTo>
                <a:lnTo>
                  <a:pt x="9618404" y="5407023"/>
                </a:lnTo>
                <a:lnTo>
                  <a:pt x="9615094" y="5415736"/>
                </a:lnTo>
                <a:lnTo>
                  <a:pt x="9612048" y="5416948"/>
                </a:lnTo>
                <a:lnTo>
                  <a:pt x="9606301" y="5408312"/>
                </a:lnTo>
                <a:lnTo>
                  <a:pt x="9600285" y="5404414"/>
                </a:lnTo>
                <a:lnTo>
                  <a:pt x="9592751" y="5404145"/>
                </a:lnTo>
                <a:lnTo>
                  <a:pt x="9587980" y="5406375"/>
                </a:lnTo>
                <a:lnTo>
                  <a:pt x="9586091" y="5405263"/>
                </a:lnTo>
                <a:lnTo>
                  <a:pt x="9585231" y="5397267"/>
                </a:lnTo>
                <a:lnTo>
                  <a:pt x="9587870" y="5389659"/>
                </a:lnTo>
                <a:lnTo>
                  <a:pt x="9581946" y="5370256"/>
                </a:lnTo>
                <a:lnTo>
                  <a:pt x="9582380" y="5366618"/>
                </a:lnTo>
                <a:lnTo>
                  <a:pt x="9577923" y="5363018"/>
                </a:lnTo>
                <a:lnTo>
                  <a:pt x="9573450" y="5355719"/>
                </a:lnTo>
                <a:lnTo>
                  <a:pt x="9564629" y="5356482"/>
                </a:lnTo>
                <a:lnTo>
                  <a:pt x="9562371" y="5353697"/>
                </a:lnTo>
                <a:lnTo>
                  <a:pt x="9554125" y="5349714"/>
                </a:lnTo>
                <a:lnTo>
                  <a:pt x="9541955" y="5351948"/>
                </a:lnTo>
                <a:lnTo>
                  <a:pt x="9540121" y="5360639"/>
                </a:lnTo>
                <a:lnTo>
                  <a:pt x="9536718" y="5366181"/>
                </a:lnTo>
                <a:lnTo>
                  <a:pt x="9522850" y="5378158"/>
                </a:lnTo>
                <a:lnTo>
                  <a:pt x="9517146" y="5375420"/>
                </a:lnTo>
                <a:lnTo>
                  <a:pt x="9504945" y="5377656"/>
                </a:lnTo>
                <a:lnTo>
                  <a:pt x="9499174" y="5374674"/>
                </a:lnTo>
                <a:lnTo>
                  <a:pt x="9490846" y="5373469"/>
                </a:lnTo>
                <a:lnTo>
                  <a:pt x="9472127" y="5377228"/>
                </a:lnTo>
                <a:lnTo>
                  <a:pt x="9468677" y="5374204"/>
                </a:lnTo>
                <a:lnTo>
                  <a:pt x="9456389" y="5381312"/>
                </a:lnTo>
                <a:lnTo>
                  <a:pt x="9451727" y="5382203"/>
                </a:lnTo>
                <a:lnTo>
                  <a:pt x="9450534" y="5386302"/>
                </a:lnTo>
                <a:lnTo>
                  <a:pt x="9432415" y="5398544"/>
                </a:lnTo>
                <a:lnTo>
                  <a:pt x="9421075" y="5402971"/>
                </a:lnTo>
                <a:lnTo>
                  <a:pt x="9389016" y="5391907"/>
                </a:lnTo>
                <a:lnTo>
                  <a:pt x="9366524" y="5388970"/>
                </a:lnTo>
                <a:lnTo>
                  <a:pt x="9368036" y="5385235"/>
                </a:lnTo>
                <a:lnTo>
                  <a:pt x="9372743" y="5383325"/>
                </a:lnTo>
                <a:lnTo>
                  <a:pt x="9388229" y="5380541"/>
                </a:lnTo>
                <a:lnTo>
                  <a:pt x="9393492" y="5381538"/>
                </a:lnTo>
                <a:lnTo>
                  <a:pt x="9399762" y="5379054"/>
                </a:lnTo>
                <a:lnTo>
                  <a:pt x="9401441" y="5374521"/>
                </a:lnTo>
                <a:lnTo>
                  <a:pt x="9397511" y="5369209"/>
                </a:lnTo>
                <a:lnTo>
                  <a:pt x="9392903" y="5367434"/>
                </a:lnTo>
                <a:lnTo>
                  <a:pt x="9392545" y="5359535"/>
                </a:lnTo>
                <a:lnTo>
                  <a:pt x="9384935" y="5357429"/>
                </a:lnTo>
                <a:lnTo>
                  <a:pt x="9384194" y="5355117"/>
                </a:lnTo>
                <a:lnTo>
                  <a:pt x="9380262" y="5359194"/>
                </a:lnTo>
                <a:lnTo>
                  <a:pt x="9370979" y="5362121"/>
                </a:lnTo>
                <a:lnTo>
                  <a:pt x="9365326" y="5367729"/>
                </a:lnTo>
                <a:lnTo>
                  <a:pt x="9331353" y="5375590"/>
                </a:lnTo>
                <a:lnTo>
                  <a:pt x="9321100" y="5386265"/>
                </a:lnTo>
                <a:lnTo>
                  <a:pt x="9315784" y="5395143"/>
                </a:lnTo>
                <a:lnTo>
                  <a:pt x="9312175" y="5396404"/>
                </a:lnTo>
                <a:lnTo>
                  <a:pt x="9306279" y="5396679"/>
                </a:lnTo>
                <a:lnTo>
                  <a:pt x="9300781" y="5393326"/>
                </a:lnTo>
                <a:lnTo>
                  <a:pt x="9297895" y="5396367"/>
                </a:lnTo>
                <a:lnTo>
                  <a:pt x="9288849" y="5393913"/>
                </a:lnTo>
                <a:lnTo>
                  <a:pt x="9279582" y="5397230"/>
                </a:lnTo>
                <a:lnTo>
                  <a:pt x="9265227" y="5398888"/>
                </a:lnTo>
                <a:lnTo>
                  <a:pt x="9262514" y="5395193"/>
                </a:lnTo>
                <a:lnTo>
                  <a:pt x="9249391" y="5387286"/>
                </a:lnTo>
                <a:lnTo>
                  <a:pt x="9248385" y="5377809"/>
                </a:lnTo>
                <a:lnTo>
                  <a:pt x="9236211" y="5377454"/>
                </a:lnTo>
                <a:lnTo>
                  <a:pt x="9229837" y="5374792"/>
                </a:lnTo>
                <a:lnTo>
                  <a:pt x="9226145" y="5376525"/>
                </a:lnTo>
                <a:lnTo>
                  <a:pt x="9203354" y="5368857"/>
                </a:lnTo>
                <a:lnTo>
                  <a:pt x="9201325" y="5370414"/>
                </a:lnTo>
                <a:lnTo>
                  <a:pt x="9197398" y="5368880"/>
                </a:lnTo>
                <a:lnTo>
                  <a:pt x="9185039" y="5378260"/>
                </a:lnTo>
                <a:lnTo>
                  <a:pt x="9182100" y="5377709"/>
                </a:lnTo>
                <a:lnTo>
                  <a:pt x="9171655" y="5382537"/>
                </a:lnTo>
                <a:lnTo>
                  <a:pt x="9156324" y="5406064"/>
                </a:lnTo>
                <a:lnTo>
                  <a:pt x="9153887" y="5402408"/>
                </a:lnTo>
                <a:lnTo>
                  <a:pt x="9147043" y="5401449"/>
                </a:lnTo>
                <a:lnTo>
                  <a:pt x="9131636" y="5404565"/>
                </a:lnTo>
                <a:lnTo>
                  <a:pt x="9126382" y="5403096"/>
                </a:lnTo>
                <a:lnTo>
                  <a:pt x="9117943" y="5405749"/>
                </a:lnTo>
                <a:lnTo>
                  <a:pt x="9106091" y="5403030"/>
                </a:lnTo>
                <a:lnTo>
                  <a:pt x="9101239" y="5404888"/>
                </a:lnTo>
                <a:lnTo>
                  <a:pt x="9092847" y="5404401"/>
                </a:lnTo>
                <a:lnTo>
                  <a:pt x="9074888" y="5400390"/>
                </a:lnTo>
                <a:lnTo>
                  <a:pt x="9070221" y="5394208"/>
                </a:lnTo>
                <a:lnTo>
                  <a:pt x="9055712" y="5385332"/>
                </a:lnTo>
                <a:lnTo>
                  <a:pt x="9046380" y="5385616"/>
                </a:lnTo>
                <a:lnTo>
                  <a:pt x="9038987" y="5388821"/>
                </a:lnTo>
                <a:lnTo>
                  <a:pt x="9033791" y="5382756"/>
                </a:lnTo>
                <a:lnTo>
                  <a:pt x="9026660" y="5381508"/>
                </a:lnTo>
                <a:lnTo>
                  <a:pt x="9019701" y="5372336"/>
                </a:lnTo>
                <a:lnTo>
                  <a:pt x="9017508" y="5364884"/>
                </a:lnTo>
                <a:lnTo>
                  <a:pt x="9016351" y="5340310"/>
                </a:lnTo>
                <a:lnTo>
                  <a:pt x="9012400" y="5336508"/>
                </a:lnTo>
                <a:lnTo>
                  <a:pt x="9002250" y="5334638"/>
                </a:lnTo>
                <a:lnTo>
                  <a:pt x="8994671" y="5331165"/>
                </a:lnTo>
                <a:lnTo>
                  <a:pt x="8994351" y="5322874"/>
                </a:lnTo>
                <a:lnTo>
                  <a:pt x="8991417" y="5321341"/>
                </a:lnTo>
                <a:lnTo>
                  <a:pt x="8986594" y="5311094"/>
                </a:lnTo>
                <a:lnTo>
                  <a:pt x="8981663" y="5307075"/>
                </a:lnTo>
                <a:lnTo>
                  <a:pt x="8982213" y="5291808"/>
                </a:lnTo>
                <a:lnTo>
                  <a:pt x="8967448" y="5281980"/>
                </a:lnTo>
                <a:lnTo>
                  <a:pt x="8952808" y="5278798"/>
                </a:lnTo>
                <a:lnTo>
                  <a:pt x="8949142" y="5269703"/>
                </a:lnTo>
                <a:lnTo>
                  <a:pt x="8943842" y="5264736"/>
                </a:lnTo>
                <a:lnTo>
                  <a:pt x="8935975" y="5250455"/>
                </a:lnTo>
                <a:lnTo>
                  <a:pt x="8918311" y="5250926"/>
                </a:lnTo>
                <a:lnTo>
                  <a:pt x="8908318" y="5241758"/>
                </a:lnTo>
                <a:lnTo>
                  <a:pt x="8900158" y="5246797"/>
                </a:lnTo>
                <a:lnTo>
                  <a:pt x="8880545" y="5245214"/>
                </a:lnTo>
                <a:lnTo>
                  <a:pt x="8875308" y="5249827"/>
                </a:lnTo>
                <a:lnTo>
                  <a:pt x="8868926" y="5251477"/>
                </a:lnTo>
                <a:lnTo>
                  <a:pt x="8858001" y="5245762"/>
                </a:lnTo>
                <a:lnTo>
                  <a:pt x="8830035" y="5242798"/>
                </a:lnTo>
                <a:lnTo>
                  <a:pt x="8812273" y="5236664"/>
                </a:lnTo>
                <a:lnTo>
                  <a:pt x="8809988" y="5232214"/>
                </a:lnTo>
                <a:lnTo>
                  <a:pt x="8810697" y="5217524"/>
                </a:lnTo>
                <a:lnTo>
                  <a:pt x="8802228" y="5210008"/>
                </a:lnTo>
                <a:lnTo>
                  <a:pt x="8801571" y="5205855"/>
                </a:lnTo>
                <a:lnTo>
                  <a:pt x="8792117" y="5204289"/>
                </a:lnTo>
                <a:lnTo>
                  <a:pt x="8782173" y="5199554"/>
                </a:lnTo>
                <a:lnTo>
                  <a:pt x="8759723" y="5195038"/>
                </a:lnTo>
                <a:lnTo>
                  <a:pt x="8758680" y="5191755"/>
                </a:lnTo>
                <a:lnTo>
                  <a:pt x="8749960" y="5188055"/>
                </a:lnTo>
                <a:lnTo>
                  <a:pt x="8746688" y="5183249"/>
                </a:lnTo>
                <a:lnTo>
                  <a:pt x="8739786" y="5178917"/>
                </a:lnTo>
                <a:lnTo>
                  <a:pt x="8737344" y="5175086"/>
                </a:lnTo>
                <a:lnTo>
                  <a:pt x="8739150" y="5165050"/>
                </a:lnTo>
                <a:lnTo>
                  <a:pt x="8733149" y="5161351"/>
                </a:lnTo>
                <a:lnTo>
                  <a:pt x="8714978" y="5158438"/>
                </a:lnTo>
                <a:lnTo>
                  <a:pt x="8710340" y="5161909"/>
                </a:lnTo>
                <a:lnTo>
                  <a:pt x="8709393" y="5167801"/>
                </a:lnTo>
                <a:lnTo>
                  <a:pt x="8698968" y="5170553"/>
                </a:lnTo>
                <a:lnTo>
                  <a:pt x="8695812" y="5173155"/>
                </a:lnTo>
                <a:lnTo>
                  <a:pt x="8686684" y="5173247"/>
                </a:lnTo>
                <a:lnTo>
                  <a:pt x="8684030" y="5170375"/>
                </a:lnTo>
                <a:lnTo>
                  <a:pt x="8675670" y="5167412"/>
                </a:lnTo>
                <a:lnTo>
                  <a:pt x="8667468" y="5168737"/>
                </a:lnTo>
                <a:lnTo>
                  <a:pt x="8656665" y="5163309"/>
                </a:lnTo>
                <a:lnTo>
                  <a:pt x="8641803" y="5168884"/>
                </a:lnTo>
                <a:lnTo>
                  <a:pt x="8637207" y="5163190"/>
                </a:lnTo>
                <a:lnTo>
                  <a:pt x="8629049" y="5158865"/>
                </a:lnTo>
                <a:lnTo>
                  <a:pt x="8630004" y="5153764"/>
                </a:lnTo>
                <a:lnTo>
                  <a:pt x="8622006" y="5146099"/>
                </a:lnTo>
                <a:lnTo>
                  <a:pt x="8604676" y="5149729"/>
                </a:lnTo>
                <a:lnTo>
                  <a:pt x="8597885" y="5146262"/>
                </a:lnTo>
                <a:lnTo>
                  <a:pt x="8593650" y="5138454"/>
                </a:lnTo>
                <a:lnTo>
                  <a:pt x="8591123" y="5137040"/>
                </a:lnTo>
                <a:lnTo>
                  <a:pt x="8590737" y="5131220"/>
                </a:lnTo>
                <a:lnTo>
                  <a:pt x="8595562" y="5127522"/>
                </a:lnTo>
                <a:lnTo>
                  <a:pt x="8597627" y="5115594"/>
                </a:lnTo>
                <a:lnTo>
                  <a:pt x="8600601" y="5110231"/>
                </a:lnTo>
                <a:lnTo>
                  <a:pt x="8612077" y="5102568"/>
                </a:lnTo>
                <a:lnTo>
                  <a:pt x="8607296" y="5098888"/>
                </a:lnTo>
                <a:lnTo>
                  <a:pt x="8598431" y="5096940"/>
                </a:lnTo>
                <a:lnTo>
                  <a:pt x="8595439" y="5094568"/>
                </a:lnTo>
                <a:lnTo>
                  <a:pt x="8591346" y="5088923"/>
                </a:lnTo>
                <a:lnTo>
                  <a:pt x="8592444" y="5078358"/>
                </a:lnTo>
                <a:lnTo>
                  <a:pt x="8589554" y="5074334"/>
                </a:lnTo>
                <a:lnTo>
                  <a:pt x="8585125" y="5074149"/>
                </a:lnTo>
                <a:lnTo>
                  <a:pt x="8580594" y="5067852"/>
                </a:lnTo>
                <a:lnTo>
                  <a:pt x="8566898" y="5067967"/>
                </a:lnTo>
                <a:lnTo>
                  <a:pt x="8553639" y="5062914"/>
                </a:lnTo>
                <a:lnTo>
                  <a:pt x="8544817" y="5065192"/>
                </a:lnTo>
                <a:lnTo>
                  <a:pt x="8541362" y="5062975"/>
                </a:lnTo>
                <a:lnTo>
                  <a:pt x="8522499" y="5062036"/>
                </a:lnTo>
                <a:lnTo>
                  <a:pt x="8512278" y="5068051"/>
                </a:lnTo>
                <a:lnTo>
                  <a:pt x="8503161" y="5069576"/>
                </a:lnTo>
                <a:lnTo>
                  <a:pt x="8492400" y="5074752"/>
                </a:lnTo>
                <a:lnTo>
                  <a:pt x="8489521" y="5078263"/>
                </a:lnTo>
                <a:lnTo>
                  <a:pt x="8485703" y="5094858"/>
                </a:lnTo>
                <a:lnTo>
                  <a:pt x="8476284" y="5102307"/>
                </a:lnTo>
                <a:lnTo>
                  <a:pt x="8463286" y="5104020"/>
                </a:lnTo>
                <a:lnTo>
                  <a:pt x="8458370" y="5107205"/>
                </a:lnTo>
                <a:lnTo>
                  <a:pt x="8447398" y="5103017"/>
                </a:lnTo>
                <a:lnTo>
                  <a:pt x="8433771" y="5103877"/>
                </a:lnTo>
                <a:lnTo>
                  <a:pt x="8427123" y="5100911"/>
                </a:lnTo>
                <a:lnTo>
                  <a:pt x="8421773" y="5093201"/>
                </a:lnTo>
                <a:lnTo>
                  <a:pt x="8420331" y="5087158"/>
                </a:lnTo>
                <a:lnTo>
                  <a:pt x="8426720" y="5081689"/>
                </a:lnTo>
                <a:lnTo>
                  <a:pt x="8422406" y="5072183"/>
                </a:lnTo>
                <a:lnTo>
                  <a:pt x="8418764" y="5069582"/>
                </a:lnTo>
                <a:lnTo>
                  <a:pt x="8405519" y="5067381"/>
                </a:lnTo>
                <a:lnTo>
                  <a:pt x="8403518" y="5062724"/>
                </a:lnTo>
                <a:lnTo>
                  <a:pt x="8387021" y="5056802"/>
                </a:lnTo>
                <a:lnTo>
                  <a:pt x="8384443" y="5059647"/>
                </a:lnTo>
                <a:lnTo>
                  <a:pt x="8379761" y="5058278"/>
                </a:lnTo>
                <a:lnTo>
                  <a:pt x="8373889" y="5062480"/>
                </a:lnTo>
                <a:lnTo>
                  <a:pt x="8372213" y="5066216"/>
                </a:lnTo>
                <a:lnTo>
                  <a:pt x="8372399" y="5070992"/>
                </a:lnTo>
                <a:lnTo>
                  <a:pt x="8378101" y="5082061"/>
                </a:lnTo>
                <a:lnTo>
                  <a:pt x="8375099" y="5088451"/>
                </a:lnTo>
                <a:lnTo>
                  <a:pt x="8369648" y="5092949"/>
                </a:lnTo>
                <a:lnTo>
                  <a:pt x="8368357" y="5098699"/>
                </a:lnTo>
                <a:lnTo>
                  <a:pt x="8376067" y="5106178"/>
                </a:lnTo>
                <a:lnTo>
                  <a:pt x="8376309" y="5109274"/>
                </a:lnTo>
                <a:lnTo>
                  <a:pt x="8367904" y="5115870"/>
                </a:lnTo>
                <a:lnTo>
                  <a:pt x="8365035" y="5123831"/>
                </a:lnTo>
                <a:lnTo>
                  <a:pt x="8356884" y="5130984"/>
                </a:lnTo>
                <a:lnTo>
                  <a:pt x="8341256" y="5131673"/>
                </a:lnTo>
                <a:lnTo>
                  <a:pt x="8338520" y="5135900"/>
                </a:lnTo>
                <a:lnTo>
                  <a:pt x="8338542" y="5146052"/>
                </a:lnTo>
                <a:lnTo>
                  <a:pt x="8335047" y="5153342"/>
                </a:lnTo>
                <a:lnTo>
                  <a:pt x="8336282" y="5159084"/>
                </a:lnTo>
                <a:lnTo>
                  <a:pt x="8324117" y="5168383"/>
                </a:lnTo>
                <a:lnTo>
                  <a:pt x="8325382" y="5171366"/>
                </a:lnTo>
                <a:lnTo>
                  <a:pt x="8322501" y="5185222"/>
                </a:lnTo>
                <a:lnTo>
                  <a:pt x="8316889" y="5189645"/>
                </a:lnTo>
                <a:lnTo>
                  <a:pt x="8318565" y="5193405"/>
                </a:lnTo>
                <a:lnTo>
                  <a:pt x="8317762" y="5203326"/>
                </a:lnTo>
                <a:lnTo>
                  <a:pt x="8314287" y="5209574"/>
                </a:lnTo>
                <a:lnTo>
                  <a:pt x="8317365" y="5217934"/>
                </a:lnTo>
                <a:lnTo>
                  <a:pt x="8322925" y="5221944"/>
                </a:lnTo>
                <a:lnTo>
                  <a:pt x="8321208" y="5225327"/>
                </a:lnTo>
                <a:lnTo>
                  <a:pt x="8313566" y="5229212"/>
                </a:lnTo>
                <a:lnTo>
                  <a:pt x="8314964" y="5238671"/>
                </a:lnTo>
                <a:lnTo>
                  <a:pt x="8318166" y="5242595"/>
                </a:lnTo>
                <a:lnTo>
                  <a:pt x="8296421" y="5242362"/>
                </a:lnTo>
                <a:lnTo>
                  <a:pt x="8291883" y="5245197"/>
                </a:lnTo>
                <a:lnTo>
                  <a:pt x="8291424" y="5248070"/>
                </a:lnTo>
                <a:lnTo>
                  <a:pt x="8282876" y="5249093"/>
                </a:lnTo>
                <a:lnTo>
                  <a:pt x="8277304" y="5253423"/>
                </a:lnTo>
                <a:lnTo>
                  <a:pt x="8269232" y="5252949"/>
                </a:lnTo>
                <a:lnTo>
                  <a:pt x="8262957" y="5255485"/>
                </a:lnTo>
                <a:lnTo>
                  <a:pt x="8259481" y="5261285"/>
                </a:lnTo>
                <a:lnTo>
                  <a:pt x="8263623" y="5268957"/>
                </a:lnTo>
                <a:lnTo>
                  <a:pt x="8263545" y="5274723"/>
                </a:lnTo>
                <a:lnTo>
                  <a:pt x="8251217" y="5283918"/>
                </a:lnTo>
                <a:lnTo>
                  <a:pt x="8246683" y="5292530"/>
                </a:lnTo>
                <a:lnTo>
                  <a:pt x="8235026" y="5296212"/>
                </a:lnTo>
                <a:lnTo>
                  <a:pt x="8231148" y="5303682"/>
                </a:lnTo>
                <a:lnTo>
                  <a:pt x="8227457" y="5301374"/>
                </a:lnTo>
                <a:lnTo>
                  <a:pt x="8215511" y="5299120"/>
                </a:lnTo>
                <a:lnTo>
                  <a:pt x="8193701" y="5302657"/>
                </a:lnTo>
                <a:lnTo>
                  <a:pt x="8188472" y="5295329"/>
                </a:lnTo>
                <a:lnTo>
                  <a:pt x="8187386" y="5290603"/>
                </a:lnTo>
                <a:lnTo>
                  <a:pt x="8177524" y="5281689"/>
                </a:lnTo>
                <a:lnTo>
                  <a:pt x="8170212" y="5279675"/>
                </a:lnTo>
                <a:lnTo>
                  <a:pt x="8158927" y="5265404"/>
                </a:lnTo>
                <a:lnTo>
                  <a:pt x="8146213" y="5261703"/>
                </a:lnTo>
                <a:lnTo>
                  <a:pt x="8131724" y="5261180"/>
                </a:lnTo>
                <a:lnTo>
                  <a:pt x="8119506" y="5265756"/>
                </a:lnTo>
                <a:lnTo>
                  <a:pt x="8107318" y="5251600"/>
                </a:lnTo>
                <a:lnTo>
                  <a:pt x="8109495" y="5246690"/>
                </a:lnTo>
                <a:lnTo>
                  <a:pt x="8104800" y="5239024"/>
                </a:lnTo>
                <a:lnTo>
                  <a:pt x="8104610" y="5232986"/>
                </a:lnTo>
                <a:lnTo>
                  <a:pt x="8085044" y="5253483"/>
                </a:lnTo>
                <a:lnTo>
                  <a:pt x="8077406" y="5250649"/>
                </a:lnTo>
                <a:lnTo>
                  <a:pt x="8071639" y="5243497"/>
                </a:lnTo>
                <a:lnTo>
                  <a:pt x="8067657" y="5244299"/>
                </a:lnTo>
                <a:lnTo>
                  <a:pt x="8066383" y="5240757"/>
                </a:lnTo>
                <a:lnTo>
                  <a:pt x="8062423" y="5237610"/>
                </a:lnTo>
                <a:lnTo>
                  <a:pt x="8062586" y="5229942"/>
                </a:lnTo>
                <a:lnTo>
                  <a:pt x="8058816" y="5223541"/>
                </a:lnTo>
                <a:lnTo>
                  <a:pt x="8049618" y="5217147"/>
                </a:lnTo>
                <a:lnTo>
                  <a:pt x="8040507" y="5218653"/>
                </a:lnTo>
                <a:lnTo>
                  <a:pt x="8037001" y="5216686"/>
                </a:lnTo>
                <a:lnTo>
                  <a:pt x="8023193" y="5214688"/>
                </a:lnTo>
                <a:lnTo>
                  <a:pt x="7988923" y="5223472"/>
                </a:lnTo>
                <a:lnTo>
                  <a:pt x="7983958" y="5222127"/>
                </a:lnTo>
                <a:lnTo>
                  <a:pt x="7982225" y="5218322"/>
                </a:lnTo>
                <a:lnTo>
                  <a:pt x="7976358" y="5214111"/>
                </a:lnTo>
                <a:lnTo>
                  <a:pt x="7971766" y="5200117"/>
                </a:lnTo>
                <a:lnTo>
                  <a:pt x="7971243" y="5186484"/>
                </a:lnTo>
                <a:lnTo>
                  <a:pt x="7968361" y="5178325"/>
                </a:lnTo>
                <a:lnTo>
                  <a:pt x="7969589" y="5163834"/>
                </a:lnTo>
                <a:lnTo>
                  <a:pt x="7974539" y="5157305"/>
                </a:lnTo>
                <a:lnTo>
                  <a:pt x="7974452" y="5153668"/>
                </a:lnTo>
                <a:lnTo>
                  <a:pt x="7973449" y="5150681"/>
                </a:lnTo>
                <a:lnTo>
                  <a:pt x="7967636" y="5147751"/>
                </a:lnTo>
                <a:lnTo>
                  <a:pt x="7965511" y="5143452"/>
                </a:lnTo>
                <a:lnTo>
                  <a:pt x="7965630" y="5139188"/>
                </a:lnTo>
                <a:lnTo>
                  <a:pt x="7962918" y="5136243"/>
                </a:lnTo>
                <a:lnTo>
                  <a:pt x="7964770" y="5130527"/>
                </a:lnTo>
                <a:lnTo>
                  <a:pt x="7958691" y="5121173"/>
                </a:lnTo>
                <a:lnTo>
                  <a:pt x="7956164" y="5113521"/>
                </a:lnTo>
                <a:lnTo>
                  <a:pt x="7956121" y="5105244"/>
                </a:lnTo>
                <a:lnTo>
                  <a:pt x="7952203" y="5100410"/>
                </a:lnTo>
                <a:lnTo>
                  <a:pt x="7949683" y="5091380"/>
                </a:lnTo>
                <a:lnTo>
                  <a:pt x="7953844" y="5084960"/>
                </a:lnTo>
                <a:lnTo>
                  <a:pt x="7953898" y="5079082"/>
                </a:lnTo>
                <a:lnTo>
                  <a:pt x="7971350" y="5077383"/>
                </a:lnTo>
                <a:lnTo>
                  <a:pt x="7966591" y="5061642"/>
                </a:lnTo>
                <a:lnTo>
                  <a:pt x="7968190" y="5058465"/>
                </a:lnTo>
                <a:lnTo>
                  <a:pt x="7966277" y="5054638"/>
                </a:lnTo>
                <a:lnTo>
                  <a:pt x="7961349" y="5050886"/>
                </a:lnTo>
                <a:lnTo>
                  <a:pt x="7959169" y="5044253"/>
                </a:lnTo>
                <a:lnTo>
                  <a:pt x="7951308" y="5032952"/>
                </a:lnTo>
                <a:lnTo>
                  <a:pt x="7946144" y="5031886"/>
                </a:lnTo>
                <a:lnTo>
                  <a:pt x="7941431" y="5026772"/>
                </a:lnTo>
                <a:lnTo>
                  <a:pt x="7939510" y="5011232"/>
                </a:lnTo>
                <a:lnTo>
                  <a:pt x="7941837" y="5009277"/>
                </a:lnTo>
                <a:lnTo>
                  <a:pt x="7941571" y="5005249"/>
                </a:lnTo>
                <a:lnTo>
                  <a:pt x="7935438" y="5000412"/>
                </a:lnTo>
                <a:lnTo>
                  <a:pt x="7935987" y="4992884"/>
                </a:lnTo>
                <a:lnTo>
                  <a:pt x="7932420" y="4990931"/>
                </a:lnTo>
                <a:lnTo>
                  <a:pt x="7932212" y="4985477"/>
                </a:lnTo>
                <a:lnTo>
                  <a:pt x="7929072" y="4984023"/>
                </a:lnTo>
                <a:lnTo>
                  <a:pt x="7913865" y="4991056"/>
                </a:lnTo>
                <a:lnTo>
                  <a:pt x="7916671" y="4997827"/>
                </a:lnTo>
                <a:lnTo>
                  <a:pt x="7916232" y="5007014"/>
                </a:lnTo>
                <a:lnTo>
                  <a:pt x="7919843" y="5013609"/>
                </a:lnTo>
                <a:lnTo>
                  <a:pt x="7918887" y="5020465"/>
                </a:lnTo>
                <a:lnTo>
                  <a:pt x="7904762" y="5026960"/>
                </a:lnTo>
                <a:lnTo>
                  <a:pt x="7897825" y="5027080"/>
                </a:lnTo>
                <a:lnTo>
                  <a:pt x="7888457" y="5036057"/>
                </a:lnTo>
                <a:lnTo>
                  <a:pt x="7876256" y="5041291"/>
                </a:lnTo>
                <a:lnTo>
                  <a:pt x="7874457" y="5051177"/>
                </a:lnTo>
                <a:lnTo>
                  <a:pt x="7870250" y="5050373"/>
                </a:lnTo>
                <a:lnTo>
                  <a:pt x="7864848" y="5052538"/>
                </a:lnTo>
                <a:lnTo>
                  <a:pt x="7865709" y="5059320"/>
                </a:lnTo>
                <a:lnTo>
                  <a:pt x="7864049" y="5063374"/>
                </a:lnTo>
                <a:lnTo>
                  <a:pt x="7865466" y="5065151"/>
                </a:lnTo>
                <a:lnTo>
                  <a:pt x="7862295" y="5072180"/>
                </a:lnTo>
                <a:lnTo>
                  <a:pt x="7859337" y="5072776"/>
                </a:lnTo>
                <a:lnTo>
                  <a:pt x="7855143" y="5077915"/>
                </a:lnTo>
                <a:lnTo>
                  <a:pt x="7847711" y="5082586"/>
                </a:lnTo>
                <a:lnTo>
                  <a:pt x="7838845" y="5082284"/>
                </a:lnTo>
                <a:lnTo>
                  <a:pt x="7836108" y="5079964"/>
                </a:lnTo>
                <a:lnTo>
                  <a:pt x="7831494" y="5080653"/>
                </a:lnTo>
                <a:lnTo>
                  <a:pt x="7825367" y="5076605"/>
                </a:lnTo>
                <a:lnTo>
                  <a:pt x="7817331" y="5074933"/>
                </a:lnTo>
                <a:lnTo>
                  <a:pt x="7813640" y="5079127"/>
                </a:lnTo>
                <a:lnTo>
                  <a:pt x="7806283" y="5083141"/>
                </a:lnTo>
                <a:lnTo>
                  <a:pt x="7807833" y="5084009"/>
                </a:lnTo>
                <a:lnTo>
                  <a:pt x="7808602" y="5094051"/>
                </a:lnTo>
                <a:lnTo>
                  <a:pt x="7812020" y="5103432"/>
                </a:lnTo>
                <a:lnTo>
                  <a:pt x="7816649" y="5108841"/>
                </a:lnTo>
                <a:lnTo>
                  <a:pt x="7820545" y="5117750"/>
                </a:lnTo>
                <a:lnTo>
                  <a:pt x="7814364" y="5122822"/>
                </a:lnTo>
                <a:lnTo>
                  <a:pt x="7811870" y="5132649"/>
                </a:lnTo>
                <a:lnTo>
                  <a:pt x="7813730" y="5139221"/>
                </a:lnTo>
                <a:lnTo>
                  <a:pt x="7811765" y="5143263"/>
                </a:lnTo>
                <a:lnTo>
                  <a:pt x="7815369" y="5151889"/>
                </a:lnTo>
                <a:lnTo>
                  <a:pt x="7812617" y="5157114"/>
                </a:lnTo>
                <a:lnTo>
                  <a:pt x="7802955" y="5164622"/>
                </a:lnTo>
                <a:lnTo>
                  <a:pt x="7802275" y="5167165"/>
                </a:lnTo>
                <a:lnTo>
                  <a:pt x="7805741" y="5175152"/>
                </a:lnTo>
                <a:lnTo>
                  <a:pt x="7809680" y="5177823"/>
                </a:lnTo>
                <a:lnTo>
                  <a:pt x="7813640" y="5184190"/>
                </a:lnTo>
                <a:lnTo>
                  <a:pt x="7816557" y="5185253"/>
                </a:lnTo>
                <a:lnTo>
                  <a:pt x="7819056" y="5191128"/>
                </a:lnTo>
                <a:lnTo>
                  <a:pt x="7821685" y="5192735"/>
                </a:lnTo>
                <a:lnTo>
                  <a:pt x="7830857" y="5210211"/>
                </a:lnTo>
                <a:lnTo>
                  <a:pt x="7837806" y="5237265"/>
                </a:lnTo>
                <a:lnTo>
                  <a:pt x="7837412" y="5241359"/>
                </a:lnTo>
                <a:lnTo>
                  <a:pt x="7835056" y="5243961"/>
                </a:lnTo>
                <a:lnTo>
                  <a:pt x="7844797" y="5256304"/>
                </a:lnTo>
                <a:lnTo>
                  <a:pt x="7854574" y="5260950"/>
                </a:lnTo>
                <a:lnTo>
                  <a:pt x="7857651" y="5270351"/>
                </a:lnTo>
                <a:lnTo>
                  <a:pt x="7854949" y="5277576"/>
                </a:lnTo>
                <a:lnTo>
                  <a:pt x="7847889" y="5277973"/>
                </a:lnTo>
                <a:lnTo>
                  <a:pt x="7837208" y="5281467"/>
                </a:lnTo>
                <a:lnTo>
                  <a:pt x="7831385" y="5280885"/>
                </a:lnTo>
                <a:lnTo>
                  <a:pt x="7815339" y="5286610"/>
                </a:lnTo>
                <a:lnTo>
                  <a:pt x="7811596" y="5290385"/>
                </a:lnTo>
                <a:lnTo>
                  <a:pt x="7802511" y="5293514"/>
                </a:lnTo>
                <a:lnTo>
                  <a:pt x="7797106" y="5297588"/>
                </a:lnTo>
                <a:lnTo>
                  <a:pt x="7787050" y="5297277"/>
                </a:lnTo>
                <a:lnTo>
                  <a:pt x="7790496" y="5303736"/>
                </a:lnTo>
                <a:lnTo>
                  <a:pt x="7785064" y="5310784"/>
                </a:lnTo>
                <a:lnTo>
                  <a:pt x="7774232" y="5305548"/>
                </a:lnTo>
                <a:lnTo>
                  <a:pt x="7768102" y="5305552"/>
                </a:lnTo>
                <a:lnTo>
                  <a:pt x="7764462" y="5302679"/>
                </a:lnTo>
                <a:lnTo>
                  <a:pt x="7760029" y="5302917"/>
                </a:lnTo>
                <a:lnTo>
                  <a:pt x="7755329" y="5305545"/>
                </a:lnTo>
                <a:lnTo>
                  <a:pt x="7741680" y="5301085"/>
                </a:lnTo>
                <a:lnTo>
                  <a:pt x="7735892" y="5301395"/>
                </a:lnTo>
                <a:lnTo>
                  <a:pt x="7724749" y="5292483"/>
                </a:lnTo>
                <a:lnTo>
                  <a:pt x="7709235" y="5296991"/>
                </a:lnTo>
                <a:lnTo>
                  <a:pt x="7705725" y="5293132"/>
                </a:lnTo>
                <a:lnTo>
                  <a:pt x="7694778" y="5289417"/>
                </a:lnTo>
                <a:lnTo>
                  <a:pt x="7678318" y="5279342"/>
                </a:lnTo>
                <a:lnTo>
                  <a:pt x="7670215" y="5271728"/>
                </a:lnTo>
                <a:lnTo>
                  <a:pt x="7647973" y="5261625"/>
                </a:lnTo>
                <a:lnTo>
                  <a:pt x="7658687" y="5242876"/>
                </a:lnTo>
                <a:lnTo>
                  <a:pt x="7660975" y="5230024"/>
                </a:lnTo>
                <a:lnTo>
                  <a:pt x="7682865" y="5205828"/>
                </a:lnTo>
                <a:lnTo>
                  <a:pt x="7681492" y="5195327"/>
                </a:lnTo>
                <a:lnTo>
                  <a:pt x="7678197" y="5190124"/>
                </a:lnTo>
                <a:lnTo>
                  <a:pt x="7670254" y="5190984"/>
                </a:lnTo>
                <a:lnTo>
                  <a:pt x="7666474" y="5188843"/>
                </a:lnTo>
                <a:lnTo>
                  <a:pt x="7653987" y="5174099"/>
                </a:lnTo>
                <a:lnTo>
                  <a:pt x="7639853" y="5163909"/>
                </a:lnTo>
                <a:lnTo>
                  <a:pt x="7635337" y="5161969"/>
                </a:lnTo>
                <a:lnTo>
                  <a:pt x="7632704" y="5162637"/>
                </a:lnTo>
                <a:lnTo>
                  <a:pt x="7623847" y="5153783"/>
                </a:lnTo>
                <a:lnTo>
                  <a:pt x="7607975" y="5132618"/>
                </a:lnTo>
                <a:lnTo>
                  <a:pt x="7591438" y="5127240"/>
                </a:lnTo>
                <a:lnTo>
                  <a:pt x="7591295" y="5118006"/>
                </a:lnTo>
                <a:lnTo>
                  <a:pt x="7586410" y="5111115"/>
                </a:lnTo>
                <a:lnTo>
                  <a:pt x="7586067" y="5102931"/>
                </a:lnTo>
                <a:lnTo>
                  <a:pt x="7591208" y="5098213"/>
                </a:lnTo>
                <a:lnTo>
                  <a:pt x="7591293" y="5089982"/>
                </a:lnTo>
                <a:lnTo>
                  <a:pt x="7594284" y="5085160"/>
                </a:lnTo>
                <a:lnTo>
                  <a:pt x="7589274" y="5074668"/>
                </a:lnTo>
                <a:lnTo>
                  <a:pt x="7590076" y="5067900"/>
                </a:lnTo>
                <a:lnTo>
                  <a:pt x="7588070" y="5061532"/>
                </a:lnTo>
                <a:lnTo>
                  <a:pt x="7578576" y="5055640"/>
                </a:lnTo>
                <a:lnTo>
                  <a:pt x="7577222" y="5052540"/>
                </a:lnTo>
                <a:lnTo>
                  <a:pt x="7565187" y="5051605"/>
                </a:lnTo>
                <a:lnTo>
                  <a:pt x="7555088" y="5044035"/>
                </a:lnTo>
                <a:lnTo>
                  <a:pt x="7554123" y="5030199"/>
                </a:lnTo>
                <a:lnTo>
                  <a:pt x="7557242" y="5019415"/>
                </a:lnTo>
                <a:lnTo>
                  <a:pt x="7555248" y="5016638"/>
                </a:lnTo>
                <a:lnTo>
                  <a:pt x="7545248" y="5011247"/>
                </a:lnTo>
                <a:lnTo>
                  <a:pt x="7542804" y="5007523"/>
                </a:lnTo>
                <a:lnTo>
                  <a:pt x="7542338" y="4999307"/>
                </a:lnTo>
                <a:lnTo>
                  <a:pt x="7538902" y="4998965"/>
                </a:lnTo>
                <a:lnTo>
                  <a:pt x="7532855" y="4992328"/>
                </a:lnTo>
                <a:lnTo>
                  <a:pt x="7529563" y="4972110"/>
                </a:lnTo>
                <a:lnTo>
                  <a:pt x="7523374" y="4973006"/>
                </a:lnTo>
                <a:lnTo>
                  <a:pt x="7506434" y="4971048"/>
                </a:lnTo>
                <a:lnTo>
                  <a:pt x="7493585" y="4960463"/>
                </a:lnTo>
                <a:lnTo>
                  <a:pt x="7490784" y="4949254"/>
                </a:lnTo>
                <a:lnTo>
                  <a:pt x="7485822" y="4950087"/>
                </a:lnTo>
                <a:lnTo>
                  <a:pt x="7480873" y="4955167"/>
                </a:lnTo>
                <a:lnTo>
                  <a:pt x="7472265" y="4957528"/>
                </a:lnTo>
                <a:lnTo>
                  <a:pt x="7461577" y="4948743"/>
                </a:lnTo>
                <a:lnTo>
                  <a:pt x="7453734" y="4946707"/>
                </a:lnTo>
                <a:lnTo>
                  <a:pt x="7451146" y="4943150"/>
                </a:lnTo>
                <a:lnTo>
                  <a:pt x="7444345" y="4943017"/>
                </a:lnTo>
                <a:lnTo>
                  <a:pt x="7442302" y="4939788"/>
                </a:lnTo>
                <a:lnTo>
                  <a:pt x="7443719" y="4934559"/>
                </a:lnTo>
                <a:lnTo>
                  <a:pt x="7441599" y="4931701"/>
                </a:lnTo>
                <a:lnTo>
                  <a:pt x="7429674" y="4920681"/>
                </a:lnTo>
                <a:lnTo>
                  <a:pt x="7421481" y="4918790"/>
                </a:lnTo>
                <a:lnTo>
                  <a:pt x="7418280" y="4911671"/>
                </a:lnTo>
                <a:lnTo>
                  <a:pt x="7411840" y="4907814"/>
                </a:lnTo>
                <a:lnTo>
                  <a:pt x="7411290" y="4894792"/>
                </a:lnTo>
                <a:lnTo>
                  <a:pt x="7404955" y="4885498"/>
                </a:lnTo>
                <a:lnTo>
                  <a:pt x="7404851" y="4867852"/>
                </a:lnTo>
                <a:lnTo>
                  <a:pt x="7400716" y="4862620"/>
                </a:lnTo>
                <a:lnTo>
                  <a:pt x="7399276" y="4852359"/>
                </a:lnTo>
                <a:lnTo>
                  <a:pt x="7393176" y="4844554"/>
                </a:lnTo>
                <a:lnTo>
                  <a:pt x="7392998" y="4840683"/>
                </a:lnTo>
                <a:lnTo>
                  <a:pt x="7397066" y="4834894"/>
                </a:lnTo>
                <a:lnTo>
                  <a:pt x="7398123" y="4811245"/>
                </a:lnTo>
                <a:lnTo>
                  <a:pt x="7396531" y="4806043"/>
                </a:lnTo>
                <a:lnTo>
                  <a:pt x="7386652" y="4799829"/>
                </a:lnTo>
                <a:lnTo>
                  <a:pt x="7392243" y="4787332"/>
                </a:lnTo>
                <a:lnTo>
                  <a:pt x="7387773" y="4783496"/>
                </a:lnTo>
                <a:lnTo>
                  <a:pt x="7385176" y="4773848"/>
                </a:lnTo>
                <a:lnTo>
                  <a:pt x="7380159" y="4770196"/>
                </a:lnTo>
                <a:lnTo>
                  <a:pt x="7377677" y="4763371"/>
                </a:lnTo>
                <a:lnTo>
                  <a:pt x="7376459" y="4754003"/>
                </a:lnTo>
                <a:lnTo>
                  <a:pt x="7382861" y="4746827"/>
                </a:lnTo>
                <a:lnTo>
                  <a:pt x="7378694" y="4746563"/>
                </a:lnTo>
                <a:lnTo>
                  <a:pt x="7375103" y="4744204"/>
                </a:lnTo>
                <a:lnTo>
                  <a:pt x="7368128" y="4731622"/>
                </a:lnTo>
                <a:lnTo>
                  <a:pt x="7355227" y="4733426"/>
                </a:lnTo>
                <a:lnTo>
                  <a:pt x="7348602" y="4732107"/>
                </a:lnTo>
                <a:lnTo>
                  <a:pt x="7335134" y="4735981"/>
                </a:lnTo>
                <a:lnTo>
                  <a:pt x="7337819" y="4778278"/>
                </a:lnTo>
                <a:lnTo>
                  <a:pt x="7332306" y="4775022"/>
                </a:lnTo>
                <a:lnTo>
                  <a:pt x="7326014" y="4773816"/>
                </a:lnTo>
                <a:lnTo>
                  <a:pt x="7313668" y="4776991"/>
                </a:lnTo>
                <a:lnTo>
                  <a:pt x="7312070" y="4796388"/>
                </a:lnTo>
                <a:lnTo>
                  <a:pt x="7308461" y="4802940"/>
                </a:lnTo>
                <a:lnTo>
                  <a:pt x="7303681" y="4804964"/>
                </a:lnTo>
                <a:lnTo>
                  <a:pt x="7299506" y="4813380"/>
                </a:lnTo>
                <a:lnTo>
                  <a:pt x="7308445" y="4827170"/>
                </a:lnTo>
                <a:lnTo>
                  <a:pt x="7307732" y="4830650"/>
                </a:lnTo>
                <a:lnTo>
                  <a:pt x="7289289" y="4846331"/>
                </a:lnTo>
                <a:lnTo>
                  <a:pt x="7285763" y="4854878"/>
                </a:lnTo>
                <a:lnTo>
                  <a:pt x="7277856" y="4865226"/>
                </a:lnTo>
                <a:lnTo>
                  <a:pt x="7266253" y="4874559"/>
                </a:lnTo>
                <a:lnTo>
                  <a:pt x="7246263" y="4885530"/>
                </a:lnTo>
                <a:lnTo>
                  <a:pt x="7244265" y="4885365"/>
                </a:lnTo>
                <a:lnTo>
                  <a:pt x="7243438" y="4880480"/>
                </a:lnTo>
                <a:lnTo>
                  <a:pt x="7240277" y="4876274"/>
                </a:lnTo>
                <a:lnTo>
                  <a:pt x="7234787" y="4858880"/>
                </a:lnTo>
                <a:lnTo>
                  <a:pt x="7232027" y="4835340"/>
                </a:lnTo>
                <a:lnTo>
                  <a:pt x="7236710" y="4828993"/>
                </a:lnTo>
                <a:lnTo>
                  <a:pt x="7226494" y="4823861"/>
                </a:lnTo>
                <a:lnTo>
                  <a:pt x="7213292" y="4826679"/>
                </a:lnTo>
                <a:lnTo>
                  <a:pt x="7207559" y="4821848"/>
                </a:lnTo>
                <a:lnTo>
                  <a:pt x="7190822" y="4822481"/>
                </a:lnTo>
                <a:lnTo>
                  <a:pt x="7174317" y="4816147"/>
                </a:lnTo>
                <a:lnTo>
                  <a:pt x="7168901" y="4811419"/>
                </a:lnTo>
                <a:lnTo>
                  <a:pt x="7163732" y="4810338"/>
                </a:lnTo>
                <a:lnTo>
                  <a:pt x="7148650" y="4800427"/>
                </a:lnTo>
                <a:lnTo>
                  <a:pt x="7125587" y="4793685"/>
                </a:lnTo>
                <a:lnTo>
                  <a:pt x="7115234" y="4794132"/>
                </a:lnTo>
                <a:lnTo>
                  <a:pt x="7113791" y="4795633"/>
                </a:lnTo>
                <a:lnTo>
                  <a:pt x="7102965" y="4797039"/>
                </a:lnTo>
                <a:lnTo>
                  <a:pt x="7098470" y="4794642"/>
                </a:lnTo>
                <a:lnTo>
                  <a:pt x="7088808" y="4794453"/>
                </a:lnTo>
                <a:lnTo>
                  <a:pt x="7068267" y="4790094"/>
                </a:lnTo>
                <a:lnTo>
                  <a:pt x="7061078" y="4792168"/>
                </a:lnTo>
                <a:lnTo>
                  <a:pt x="7043894" y="4792755"/>
                </a:lnTo>
                <a:lnTo>
                  <a:pt x="7035464" y="4798134"/>
                </a:lnTo>
                <a:lnTo>
                  <a:pt x="7028817" y="4798227"/>
                </a:lnTo>
                <a:lnTo>
                  <a:pt x="7017926" y="4801873"/>
                </a:lnTo>
                <a:lnTo>
                  <a:pt x="7015279" y="4805850"/>
                </a:lnTo>
                <a:lnTo>
                  <a:pt x="7016428" y="4815059"/>
                </a:lnTo>
                <a:lnTo>
                  <a:pt x="7013970" y="4824227"/>
                </a:lnTo>
                <a:lnTo>
                  <a:pt x="6997047" y="4836202"/>
                </a:lnTo>
                <a:lnTo>
                  <a:pt x="6995916" y="4841132"/>
                </a:lnTo>
                <a:lnTo>
                  <a:pt x="6990253" y="4847837"/>
                </a:lnTo>
                <a:lnTo>
                  <a:pt x="6973338" y="4859684"/>
                </a:lnTo>
                <a:lnTo>
                  <a:pt x="6970881" y="4854668"/>
                </a:lnTo>
                <a:lnTo>
                  <a:pt x="6964522" y="4851123"/>
                </a:lnTo>
                <a:lnTo>
                  <a:pt x="6943835" y="4849996"/>
                </a:lnTo>
                <a:lnTo>
                  <a:pt x="6938636" y="4847873"/>
                </a:lnTo>
                <a:lnTo>
                  <a:pt x="6937317" y="4844395"/>
                </a:lnTo>
                <a:lnTo>
                  <a:pt x="6938557" y="4832143"/>
                </a:lnTo>
                <a:lnTo>
                  <a:pt x="6929314" y="4829457"/>
                </a:lnTo>
                <a:lnTo>
                  <a:pt x="6911612" y="4835194"/>
                </a:lnTo>
                <a:lnTo>
                  <a:pt x="6908677" y="4838891"/>
                </a:lnTo>
                <a:lnTo>
                  <a:pt x="6903569" y="4841239"/>
                </a:lnTo>
                <a:lnTo>
                  <a:pt x="6885842" y="4846190"/>
                </a:lnTo>
                <a:lnTo>
                  <a:pt x="6879377" y="4845177"/>
                </a:lnTo>
                <a:lnTo>
                  <a:pt x="6872760" y="4849102"/>
                </a:lnTo>
                <a:lnTo>
                  <a:pt x="6849624" y="4848719"/>
                </a:lnTo>
                <a:lnTo>
                  <a:pt x="6850408" y="4841549"/>
                </a:lnTo>
                <a:lnTo>
                  <a:pt x="6846745" y="4837276"/>
                </a:lnTo>
                <a:lnTo>
                  <a:pt x="6842396" y="4836330"/>
                </a:lnTo>
                <a:lnTo>
                  <a:pt x="6828204" y="4840764"/>
                </a:lnTo>
                <a:lnTo>
                  <a:pt x="6826187" y="4835967"/>
                </a:lnTo>
                <a:lnTo>
                  <a:pt x="6819147" y="4830318"/>
                </a:lnTo>
                <a:lnTo>
                  <a:pt x="6816198" y="4818853"/>
                </a:lnTo>
                <a:lnTo>
                  <a:pt x="6812469" y="4812953"/>
                </a:lnTo>
                <a:lnTo>
                  <a:pt x="6799111" y="4806690"/>
                </a:lnTo>
                <a:lnTo>
                  <a:pt x="6766398" y="4785754"/>
                </a:lnTo>
                <a:lnTo>
                  <a:pt x="6761521" y="4787319"/>
                </a:lnTo>
                <a:lnTo>
                  <a:pt x="6755934" y="4794638"/>
                </a:lnTo>
                <a:lnTo>
                  <a:pt x="6742077" y="4805255"/>
                </a:lnTo>
                <a:lnTo>
                  <a:pt x="6729008" y="4800182"/>
                </a:lnTo>
                <a:lnTo>
                  <a:pt x="6724315" y="4796521"/>
                </a:lnTo>
                <a:lnTo>
                  <a:pt x="6693074" y="4797895"/>
                </a:lnTo>
                <a:lnTo>
                  <a:pt x="6686777" y="4795481"/>
                </a:lnTo>
                <a:lnTo>
                  <a:pt x="6679219" y="4788842"/>
                </a:lnTo>
                <a:lnTo>
                  <a:pt x="6669912" y="4791585"/>
                </a:lnTo>
                <a:lnTo>
                  <a:pt x="6654771" y="4778685"/>
                </a:lnTo>
                <a:lnTo>
                  <a:pt x="6660748" y="4766056"/>
                </a:lnTo>
                <a:lnTo>
                  <a:pt x="6663319" y="4754184"/>
                </a:lnTo>
                <a:lnTo>
                  <a:pt x="6671218" y="4747596"/>
                </a:lnTo>
                <a:lnTo>
                  <a:pt x="6671352" y="4731824"/>
                </a:lnTo>
                <a:lnTo>
                  <a:pt x="6676838" y="4724110"/>
                </a:lnTo>
                <a:lnTo>
                  <a:pt x="6674763" y="4718774"/>
                </a:lnTo>
                <a:lnTo>
                  <a:pt x="6667767" y="4712487"/>
                </a:lnTo>
                <a:lnTo>
                  <a:pt x="6664075" y="4704560"/>
                </a:lnTo>
                <a:lnTo>
                  <a:pt x="6666017" y="4696271"/>
                </a:lnTo>
                <a:lnTo>
                  <a:pt x="6660349" y="4675377"/>
                </a:lnTo>
                <a:lnTo>
                  <a:pt x="6662268" y="4663642"/>
                </a:lnTo>
                <a:lnTo>
                  <a:pt x="6648698" y="4658112"/>
                </a:lnTo>
                <a:lnTo>
                  <a:pt x="6645678" y="4653586"/>
                </a:lnTo>
                <a:lnTo>
                  <a:pt x="6644796" y="4647350"/>
                </a:lnTo>
                <a:lnTo>
                  <a:pt x="6650461" y="4643547"/>
                </a:lnTo>
                <a:lnTo>
                  <a:pt x="6660289" y="4630088"/>
                </a:lnTo>
                <a:lnTo>
                  <a:pt x="6661091" y="4620247"/>
                </a:lnTo>
                <a:lnTo>
                  <a:pt x="6665083" y="4618287"/>
                </a:lnTo>
                <a:lnTo>
                  <a:pt x="6667232" y="4613188"/>
                </a:lnTo>
                <a:lnTo>
                  <a:pt x="6676779" y="4610466"/>
                </a:lnTo>
                <a:lnTo>
                  <a:pt x="6681672" y="4612807"/>
                </a:lnTo>
                <a:lnTo>
                  <a:pt x="6697953" y="4613135"/>
                </a:lnTo>
                <a:lnTo>
                  <a:pt x="6707856" y="4607249"/>
                </a:lnTo>
                <a:lnTo>
                  <a:pt x="6712739" y="4598470"/>
                </a:lnTo>
                <a:lnTo>
                  <a:pt x="6712709" y="4584647"/>
                </a:lnTo>
                <a:lnTo>
                  <a:pt x="6718747" y="4578135"/>
                </a:lnTo>
                <a:lnTo>
                  <a:pt x="6720197" y="4572963"/>
                </a:lnTo>
                <a:lnTo>
                  <a:pt x="6723462" y="4570617"/>
                </a:lnTo>
                <a:lnTo>
                  <a:pt x="6722201" y="4564681"/>
                </a:lnTo>
                <a:lnTo>
                  <a:pt x="6723488" y="4557781"/>
                </a:lnTo>
                <a:lnTo>
                  <a:pt x="6726805" y="4556139"/>
                </a:lnTo>
                <a:lnTo>
                  <a:pt x="6737863" y="4557189"/>
                </a:lnTo>
                <a:lnTo>
                  <a:pt x="6748000" y="4555178"/>
                </a:lnTo>
                <a:lnTo>
                  <a:pt x="6747458" y="4548139"/>
                </a:lnTo>
                <a:lnTo>
                  <a:pt x="6750447" y="4539721"/>
                </a:lnTo>
                <a:lnTo>
                  <a:pt x="6749767" y="4531807"/>
                </a:lnTo>
                <a:lnTo>
                  <a:pt x="6745464" y="4522898"/>
                </a:lnTo>
                <a:lnTo>
                  <a:pt x="6753532" y="4513804"/>
                </a:lnTo>
                <a:lnTo>
                  <a:pt x="6741689" y="4501968"/>
                </a:lnTo>
                <a:lnTo>
                  <a:pt x="6742913" y="4496684"/>
                </a:lnTo>
                <a:lnTo>
                  <a:pt x="6741468" y="4491848"/>
                </a:lnTo>
                <a:lnTo>
                  <a:pt x="6734245" y="4486243"/>
                </a:lnTo>
                <a:lnTo>
                  <a:pt x="6732396" y="4479953"/>
                </a:lnTo>
                <a:lnTo>
                  <a:pt x="6750470" y="4470961"/>
                </a:lnTo>
                <a:lnTo>
                  <a:pt x="6751350" y="4465938"/>
                </a:lnTo>
                <a:lnTo>
                  <a:pt x="6755484" y="4462327"/>
                </a:lnTo>
                <a:lnTo>
                  <a:pt x="6760354" y="4452102"/>
                </a:lnTo>
                <a:lnTo>
                  <a:pt x="6760734" y="4444558"/>
                </a:lnTo>
                <a:lnTo>
                  <a:pt x="6753200" y="4440236"/>
                </a:lnTo>
                <a:lnTo>
                  <a:pt x="6745566" y="4438495"/>
                </a:lnTo>
                <a:lnTo>
                  <a:pt x="6749835" y="4427808"/>
                </a:lnTo>
                <a:lnTo>
                  <a:pt x="6738338" y="4423243"/>
                </a:lnTo>
                <a:lnTo>
                  <a:pt x="6712930" y="4425745"/>
                </a:lnTo>
                <a:lnTo>
                  <a:pt x="6709601" y="4418859"/>
                </a:lnTo>
                <a:lnTo>
                  <a:pt x="6698705" y="4409618"/>
                </a:lnTo>
                <a:lnTo>
                  <a:pt x="6699322" y="4404289"/>
                </a:lnTo>
                <a:lnTo>
                  <a:pt x="6692403" y="4398716"/>
                </a:lnTo>
                <a:lnTo>
                  <a:pt x="6686779" y="4397644"/>
                </a:lnTo>
                <a:lnTo>
                  <a:pt x="6683665" y="4386506"/>
                </a:lnTo>
                <a:lnTo>
                  <a:pt x="6662990" y="4373645"/>
                </a:lnTo>
                <a:lnTo>
                  <a:pt x="6657872" y="4377583"/>
                </a:lnTo>
                <a:lnTo>
                  <a:pt x="6647606" y="4379515"/>
                </a:lnTo>
                <a:lnTo>
                  <a:pt x="6638826" y="4383633"/>
                </a:lnTo>
                <a:lnTo>
                  <a:pt x="6632160" y="4391607"/>
                </a:lnTo>
                <a:lnTo>
                  <a:pt x="6626407" y="4392417"/>
                </a:lnTo>
                <a:lnTo>
                  <a:pt x="6622256" y="4391721"/>
                </a:lnTo>
                <a:lnTo>
                  <a:pt x="6611473" y="4383412"/>
                </a:lnTo>
                <a:lnTo>
                  <a:pt x="6600232" y="4381096"/>
                </a:lnTo>
                <a:lnTo>
                  <a:pt x="6596469" y="4378759"/>
                </a:lnTo>
                <a:lnTo>
                  <a:pt x="6590701" y="4381160"/>
                </a:lnTo>
                <a:lnTo>
                  <a:pt x="6591679" y="4385189"/>
                </a:lnTo>
                <a:lnTo>
                  <a:pt x="6588727" y="4393501"/>
                </a:lnTo>
                <a:lnTo>
                  <a:pt x="6575907" y="4395418"/>
                </a:lnTo>
                <a:lnTo>
                  <a:pt x="6574906" y="4407849"/>
                </a:lnTo>
                <a:lnTo>
                  <a:pt x="6563723" y="4410112"/>
                </a:lnTo>
                <a:lnTo>
                  <a:pt x="6554431" y="4418636"/>
                </a:lnTo>
                <a:lnTo>
                  <a:pt x="6547484" y="4429932"/>
                </a:lnTo>
                <a:lnTo>
                  <a:pt x="6537790" y="4432746"/>
                </a:lnTo>
                <a:lnTo>
                  <a:pt x="6527505" y="4449669"/>
                </a:lnTo>
                <a:lnTo>
                  <a:pt x="6514064" y="4461541"/>
                </a:lnTo>
                <a:lnTo>
                  <a:pt x="6510818" y="4470821"/>
                </a:lnTo>
                <a:lnTo>
                  <a:pt x="6518804" y="4477133"/>
                </a:lnTo>
                <a:lnTo>
                  <a:pt x="6507650" y="4487143"/>
                </a:lnTo>
                <a:lnTo>
                  <a:pt x="6497179" y="4489167"/>
                </a:lnTo>
                <a:lnTo>
                  <a:pt x="6494082" y="4492679"/>
                </a:lnTo>
                <a:lnTo>
                  <a:pt x="6485646" y="4492635"/>
                </a:lnTo>
                <a:lnTo>
                  <a:pt x="6466872" y="4500505"/>
                </a:lnTo>
                <a:lnTo>
                  <a:pt x="6465187" y="4488505"/>
                </a:lnTo>
                <a:lnTo>
                  <a:pt x="6462163" y="4483074"/>
                </a:lnTo>
                <a:lnTo>
                  <a:pt x="6454963" y="4482027"/>
                </a:lnTo>
                <a:lnTo>
                  <a:pt x="6446946" y="4484311"/>
                </a:lnTo>
                <a:lnTo>
                  <a:pt x="6432371" y="4482550"/>
                </a:lnTo>
                <a:lnTo>
                  <a:pt x="6424189" y="4489199"/>
                </a:lnTo>
                <a:lnTo>
                  <a:pt x="6417366" y="4490990"/>
                </a:lnTo>
                <a:lnTo>
                  <a:pt x="6410276" y="4484909"/>
                </a:lnTo>
                <a:lnTo>
                  <a:pt x="6408136" y="4488919"/>
                </a:lnTo>
                <a:lnTo>
                  <a:pt x="6397655" y="4490364"/>
                </a:lnTo>
                <a:lnTo>
                  <a:pt x="6392666" y="4497551"/>
                </a:lnTo>
                <a:lnTo>
                  <a:pt x="6384931" y="4497742"/>
                </a:lnTo>
                <a:lnTo>
                  <a:pt x="6379978" y="4499872"/>
                </a:lnTo>
                <a:lnTo>
                  <a:pt x="6372755" y="4497754"/>
                </a:lnTo>
                <a:lnTo>
                  <a:pt x="6370215" y="4498769"/>
                </a:lnTo>
                <a:lnTo>
                  <a:pt x="6363715" y="4503968"/>
                </a:lnTo>
                <a:lnTo>
                  <a:pt x="6358433" y="4511904"/>
                </a:lnTo>
                <a:lnTo>
                  <a:pt x="6268197" y="4465590"/>
                </a:lnTo>
                <a:lnTo>
                  <a:pt x="6252913" y="4464371"/>
                </a:lnTo>
                <a:lnTo>
                  <a:pt x="6248258" y="4461749"/>
                </a:lnTo>
                <a:lnTo>
                  <a:pt x="6238219" y="4460744"/>
                </a:lnTo>
                <a:lnTo>
                  <a:pt x="6228261" y="4455093"/>
                </a:lnTo>
                <a:lnTo>
                  <a:pt x="6216344" y="4456787"/>
                </a:lnTo>
                <a:lnTo>
                  <a:pt x="6209408" y="4452843"/>
                </a:lnTo>
                <a:lnTo>
                  <a:pt x="6202632" y="4452336"/>
                </a:lnTo>
                <a:lnTo>
                  <a:pt x="6198390" y="4444199"/>
                </a:lnTo>
                <a:lnTo>
                  <a:pt x="6189171" y="4437627"/>
                </a:lnTo>
                <a:lnTo>
                  <a:pt x="6166719" y="4433504"/>
                </a:lnTo>
                <a:lnTo>
                  <a:pt x="6170628" y="4429804"/>
                </a:lnTo>
                <a:lnTo>
                  <a:pt x="6174966" y="4420463"/>
                </a:lnTo>
                <a:lnTo>
                  <a:pt x="6169611" y="4413199"/>
                </a:lnTo>
                <a:lnTo>
                  <a:pt x="6178733" y="4392236"/>
                </a:lnTo>
                <a:lnTo>
                  <a:pt x="6168674" y="4391404"/>
                </a:lnTo>
                <a:lnTo>
                  <a:pt x="6158956" y="4383035"/>
                </a:lnTo>
                <a:lnTo>
                  <a:pt x="6144586" y="4382777"/>
                </a:lnTo>
                <a:lnTo>
                  <a:pt x="6135490" y="4377582"/>
                </a:lnTo>
                <a:lnTo>
                  <a:pt x="6136137" y="4369733"/>
                </a:lnTo>
                <a:lnTo>
                  <a:pt x="6133318" y="4364672"/>
                </a:lnTo>
                <a:lnTo>
                  <a:pt x="6130722" y="4364087"/>
                </a:lnTo>
                <a:lnTo>
                  <a:pt x="6127417" y="4359287"/>
                </a:lnTo>
                <a:lnTo>
                  <a:pt x="6114565" y="4354950"/>
                </a:lnTo>
                <a:lnTo>
                  <a:pt x="6114699" y="4340642"/>
                </a:lnTo>
                <a:lnTo>
                  <a:pt x="6111141" y="4335556"/>
                </a:lnTo>
                <a:lnTo>
                  <a:pt x="6107286" y="4334065"/>
                </a:lnTo>
                <a:lnTo>
                  <a:pt x="6106197" y="4327764"/>
                </a:lnTo>
                <a:lnTo>
                  <a:pt x="6100840" y="4323507"/>
                </a:lnTo>
                <a:lnTo>
                  <a:pt x="6089502" y="4318914"/>
                </a:lnTo>
                <a:lnTo>
                  <a:pt x="6085871" y="4314382"/>
                </a:lnTo>
                <a:lnTo>
                  <a:pt x="6072896" y="4314136"/>
                </a:lnTo>
                <a:lnTo>
                  <a:pt x="6061577" y="4318009"/>
                </a:lnTo>
                <a:lnTo>
                  <a:pt x="6045746" y="4314239"/>
                </a:lnTo>
                <a:lnTo>
                  <a:pt x="6039175" y="4316641"/>
                </a:lnTo>
                <a:lnTo>
                  <a:pt x="6021302" y="4315932"/>
                </a:lnTo>
                <a:lnTo>
                  <a:pt x="6016189" y="4308408"/>
                </a:lnTo>
                <a:lnTo>
                  <a:pt x="6004259" y="4301898"/>
                </a:lnTo>
                <a:lnTo>
                  <a:pt x="6003624" y="4295701"/>
                </a:lnTo>
                <a:lnTo>
                  <a:pt x="5984361" y="4305147"/>
                </a:lnTo>
                <a:lnTo>
                  <a:pt x="5976441" y="4303788"/>
                </a:lnTo>
                <a:lnTo>
                  <a:pt x="5966045" y="4307569"/>
                </a:lnTo>
                <a:lnTo>
                  <a:pt x="5954025" y="4299980"/>
                </a:lnTo>
                <a:lnTo>
                  <a:pt x="5948644" y="4303902"/>
                </a:lnTo>
                <a:lnTo>
                  <a:pt x="5936505" y="4306800"/>
                </a:lnTo>
                <a:lnTo>
                  <a:pt x="5929921" y="4315243"/>
                </a:lnTo>
                <a:lnTo>
                  <a:pt x="5927039" y="4316457"/>
                </a:lnTo>
                <a:lnTo>
                  <a:pt x="5916951" y="4308421"/>
                </a:lnTo>
                <a:lnTo>
                  <a:pt x="5913365" y="4301680"/>
                </a:lnTo>
                <a:lnTo>
                  <a:pt x="5907837" y="4301903"/>
                </a:lnTo>
                <a:lnTo>
                  <a:pt x="5896778" y="4296170"/>
                </a:lnTo>
                <a:lnTo>
                  <a:pt x="5889867" y="4296723"/>
                </a:lnTo>
                <a:lnTo>
                  <a:pt x="5879824" y="4280682"/>
                </a:lnTo>
                <a:lnTo>
                  <a:pt x="5861674" y="4275102"/>
                </a:lnTo>
                <a:lnTo>
                  <a:pt x="5865512" y="4266779"/>
                </a:lnTo>
                <a:lnTo>
                  <a:pt x="5872842" y="4258716"/>
                </a:lnTo>
                <a:lnTo>
                  <a:pt x="5870420" y="4254644"/>
                </a:lnTo>
                <a:lnTo>
                  <a:pt x="5872011" y="4246658"/>
                </a:lnTo>
                <a:lnTo>
                  <a:pt x="5864404" y="4243452"/>
                </a:lnTo>
                <a:lnTo>
                  <a:pt x="5856374" y="4237014"/>
                </a:lnTo>
                <a:lnTo>
                  <a:pt x="5853496" y="4222895"/>
                </a:lnTo>
                <a:lnTo>
                  <a:pt x="5860233" y="4213872"/>
                </a:lnTo>
                <a:lnTo>
                  <a:pt x="5850982" y="4210683"/>
                </a:lnTo>
                <a:lnTo>
                  <a:pt x="5840818" y="4201145"/>
                </a:lnTo>
                <a:lnTo>
                  <a:pt x="5828459" y="4204555"/>
                </a:lnTo>
                <a:lnTo>
                  <a:pt x="5819243" y="4202730"/>
                </a:lnTo>
                <a:lnTo>
                  <a:pt x="5817731" y="4194318"/>
                </a:lnTo>
                <a:lnTo>
                  <a:pt x="5827574" y="4187593"/>
                </a:lnTo>
                <a:lnTo>
                  <a:pt x="5829078" y="4174956"/>
                </a:lnTo>
                <a:lnTo>
                  <a:pt x="5823179" y="4174081"/>
                </a:lnTo>
                <a:lnTo>
                  <a:pt x="5809389" y="4166745"/>
                </a:lnTo>
                <a:lnTo>
                  <a:pt x="5797735" y="4165279"/>
                </a:lnTo>
                <a:lnTo>
                  <a:pt x="5789279" y="4162050"/>
                </a:lnTo>
                <a:lnTo>
                  <a:pt x="5782148" y="4166277"/>
                </a:lnTo>
                <a:lnTo>
                  <a:pt x="5777607" y="4165274"/>
                </a:lnTo>
                <a:lnTo>
                  <a:pt x="5767724" y="4168048"/>
                </a:lnTo>
                <a:lnTo>
                  <a:pt x="5751339" y="4151864"/>
                </a:lnTo>
                <a:lnTo>
                  <a:pt x="5741867" y="4157102"/>
                </a:lnTo>
                <a:lnTo>
                  <a:pt x="5739728" y="4161722"/>
                </a:lnTo>
                <a:lnTo>
                  <a:pt x="5728282" y="4164103"/>
                </a:lnTo>
                <a:lnTo>
                  <a:pt x="5725003" y="4158431"/>
                </a:lnTo>
                <a:lnTo>
                  <a:pt x="5718832" y="4155625"/>
                </a:lnTo>
                <a:lnTo>
                  <a:pt x="5710625" y="4156121"/>
                </a:lnTo>
                <a:lnTo>
                  <a:pt x="5685990" y="4147118"/>
                </a:lnTo>
                <a:lnTo>
                  <a:pt x="5681443" y="4140294"/>
                </a:lnTo>
                <a:lnTo>
                  <a:pt x="5669696" y="4135496"/>
                </a:lnTo>
                <a:lnTo>
                  <a:pt x="5667419" y="4128271"/>
                </a:lnTo>
                <a:lnTo>
                  <a:pt x="5659702" y="4122319"/>
                </a:lnTo>
                <a:lnTo>
                  <a:pt x="5651073" y="4124959"/>
                </a:lnTo>
                <a:lnTo>
                  <a:pt x="5645836" y="4131274"/>
                </a:lnTo>
                <a:lnTo>
                  <a:pt x="5627474" y="4130257"/>
                </a:lnTo>
                <a:lnTo>
                  <a:pt x="5623702" y="4128628"/>
                </a:lnTo>
                <a:lnTo>
                  <a:pt x="5615875" y="4128638"/>
                </a:lnTo>
                <a:lnTo>
                  <a:pt x="5612860" y="4126815"/>
                </a:lnTo>
                <a:lnTo>
                  <a:pt x="5611459" y="4122789"/>
                </a:lnTo>
                <a:lnTo>
                  <a:pt x="5612337" y="4115444"/>
                </a:lnTo>
                <a:lnTo>
                  <a:pt x="5606448" y="4101039"/>
                </a:lnTo>
                <a:lnTo>
                  <a:pt x="5611323" y="4088782"/>
                </a:lnTo>
                <a:lnTo>
                  <a:pt x="5612501" y="4069938"/>
                </a:lnTo>
                <a:lnTo>
                  <a:pt x="5614411" y="4069340"/>
                </a:lnTo>
                <a:lnTo>
                  <a:pt x="5616919" y="4064082"/>
                </a:lnTo>
                <a:lnTo>
                  <a:pt x="5619437" y="4048601"/>
                </a:lnTo>
                <a:lnTo>
                  <a:pt x="5623960" y="4043186"/>
                </a:lnTo>
                <a:lnTo>
                  <a:pt x="5624089" y="4038203"/>
                </a:lnTo>
                <a:lnTo>
                  <a:pt x="5628719" y="4037446"/>
                </a:lnTo>
                <a:lnTo>
                  <a:pt x="5628373" y="4034593"/>
                </a:lnTo>
                <a:lnTo>
                  <a:pt x="5631641" y="4029015"/>
                </a:lnTo>
                <a:lnTo>
                  <a:pt x="5627891" y="4022075"/>
                </a:lnTo>
                <a:lnTo>
                  <a:pt x="5627476" y="4015235"/>
                </a:lnTo>
                <a:lnTo>
                  <a:pt x="5630771" y="4009794"/>
                </a:lnTo>
                <a:lnTo>
                  <a:pt x="5628915" y="4003696"/>
                </a:lnTo>
                <a:lnTo>
                  <a:pt x="5632745" y="3992356"/>
                </a:lnTo>
                <a:lnTo>
                  <a:pt x="5638800" y="3985507"/>
                </a:lnTo>
                <a:lnTo>
                  <a:pt x="5638800" y="3967535"/>
                </a:lnTo>
                <a:lnTo>
                  <a:pt x="5637358" y="3965827"/>
                </a:lnTo>
                <a:lnTo>
                  <a:pt x="5638800" y="3956217"/>
                </a:lnTo>
                <a:lnTo>
                  <a:pt x="5632213" y="3947876"/>
                </a:lnTo>
                <a:lnTo>
                  <a:pt x="5624743" y="3947494"/>
                </a:lnTo>
                <a:lnTo>
                  <a:pt x="5614254" y="3939412"/>
                </a:lnTo>
                <a:lnTo>
                  <a:pt x="5607739" y="3936914"/>
                </a:lnTo>
                <a:lnTo>
                  <a:pt x="5592916" y="3936682"/>
                </a:lnTo>
                <a:lnTo>
                  <a:pt x="5578056" y="3945137"/>
                </a:lnTo>
                <a:lnTo>
                  <a:pt x="5570073" y="3944687"/>
                </a:lnTo>
                <a:lnTo>
                  <a:pt x="5568937" y="3923515"/>
                </a:lnTo>
                <a:lnTo>
                  <a:pt x="5566333" y="3919298"/>
                </a:lnTo>
                <a:lnTo>
                  <a:pt x="5566045" y="3912685"/>
                </a:lnTo>
                <a:lnTo>
                  <a:pt x="5567937" y="3907966"/>
                </a:lnTo>
                <a:lnTo>
                  <a:pt x="5565882" y="3904437"/>
                </a:lnTo>
                <a:lnTo>
                  <a:pt x="5571334" y="3899725"/>
                </a:lnTo>
                <a:lnTo>
                  <a:pt x="5577317" y="3889851"/>
                </a:lnTo>
                <a:lnTo>
                  <a:pt x="5577552" y="3882572"/>
                </a:lnTo>
                <a:lnTo>
                  <a:pt x="5580048" y="3882046"/>
                </a:lnTo>
                <a:lnTo>
                  <a:pt x="5584283" y="3877009"/>
                </a:lnTo>
                <a:lnTo>
                  <a:pt x="5582156" y="3866388"/>
                </a:lnTo>
                <a:lnTo>
                  <a:pt x="5583400" y="3852962"/>
                </a:lnTo>
                <a:lnTo>
                  <a:pt x="5566351" y="3850148"/>
                </a:lnTo>
                <a:lnTo>
                  <a:pt x="5552501" y="3844759"/>
                </a:lnTo>
                <a:lnTo>
                  <a:pt x="5550158" y="3833127"/>
                </a:lnTo>
                <a:lnTo>
                  <a:pt x="5550834" y="3822209"/>
                </a:lnTo>
                <a:lnTo>
                  <a:pt x="5544003" y="3813148"/>
                </a:lnTo>
                <a:lnTo>
                  <a:pt x="5542030" y="3805152"/>
                </a:lnTo>
                <a:lnTo>
                  <a:pt x="5545950" y="3795621"/>
                </a:lnTo>
                <a:lnTo>
                  <a:pt x="5543183" y="3793338"/>
                </a:lnTo>
                <a:lnTo>
                  <a:pt x="5543319" y="3789282"/>
                </a:lnTo>
                <a:lnTo>
                  <a:pt x="5537714" y="3779997"/>
                </a:lnTo>
                <a:lnTo>
                  <a:pt x="5543066" y="3773972"/>
                </a:lnTo>
                <a:lnTo>
                  <a:pt x="5540138" y="3768571"/>
                </a:lnTo>
                <a:lnTo>
                  <a:pt x="5545103" y="3762588"/>
                </a:lnTo>
                <a:lnTo>
                  <a:pt x="5550446" y="3761168"/>
                </a:lnTo>
                <a:lnTo>
                  <a:pt x="5555718" y="3754355"/>
                </a:lnTo>
                <a:lnTo>
                  <a:pt x="5560070" y="3753097"/>
                </a:lnTo>
                <a:lnTo>
                  <a:pt x="5568469" y="3755570"/>
                </a:lnTo>
                <a:lnTo>
                  <a:pt x="5576173" y="3748419"/>
                </a:lnTo>
                <a:lnTo>
                  <a:pt x="5581949" y="3745851"/>
                </a:lnTo>
                <a:lnTo>
                  <a:pt x="5579435" y="3737741"/>
                </a:lnTo>
                <a:lnTo>
                  <a:pt x="5579994" y="3728937"/>
                </a:lnTo>
                <a:lnTo>
                  <a:pt x="5585743" y="3718833"/>
                </a:lnTo>
                <a:lnTo>
                  <a:pt x="5583057" y="3714385"/>
                </a:lnTo>
                <a:lnTo>
                  <a:pt x="5573569" y="3709834"/>
                </a:lnTo>
                <a:lnTo>
                  <a:pt x="5562017" y="3712949"/>
                </a:lnTo>
                <a:lnTo>
                  <a:pt x="5557881" y="3717482"/>
                </a:lnTo>
                <a:lnTo>
                  <a:pt x="5544166" y="3713594"/>
                </a:lnTo>
                <a:lnTo>
                  <a:pt x="5531956" y="3712750"/>
                </a:lnTo>
                <a:lnTo>
                  <a:pt x="5524693" y="3713937"/>
                </a:lnTo>
                <a:lnTo>
                  <a:pt x="5512789" y="3719338"/>
                </a:lnTo>
                <a:lnTo>
                  <a:pt x="5497227" y="3711076"/>
                </a:lnTo>
                <a:lnTo>
                  <a:pt x="5487135" y="3708462"/>
                </a:lnTo>
                <a:lnTo>
                  <a:pt x="5483440" y="3709843"/>
                </a:lnTo>
                <a:lnTo>
                  <a:pt x="5478709" y="3705137"/>
                </a:lnTo>
                <a:lnTo>
                  <a:pt x="5480259" y="3700700"/>
                </a:lnTo>
                <a:lnTo>
                  <a:pt x="5478114" y="3698422"/>
                </a:lnTo>
                <a:lnTo>
                  <a:pt x="5481710" y="3692652"/>
                </a:lnTo>
                <a:lnTo>
                  <a:pt x="5478763" y="3687401"/>
                </a:lnTo>
                <a:lnTo>
                  <a:pt x="5486188" y="3684881"/>
                </a:lnTo>
                <a:lnTo>
                  <a:pt x="5489730" y="3678690"/>
                </a:lnTo>
                <a:lnTo>
                  <a:pt x="5489964" y="3674861"/>
                </a:lnTo>
                <a:lnTo>
                  <a:pt x="5484855" y="3671010"/>
                </a:lnTo>
                <a:lnTo>
                  <a:pt x="5488135" y="3667696"/>
                </a:lnTo>
                <a:lnTo>
                  <a:pt x="5481340" y="3666879"/>
                </a:lnTo>
                <a:lnTo>
                  <a:pt x="5459047" y="3652676"/>
                </a:lnTo>
                <a:lnTo>
                  <a:pt x="5447360" y="3649836"/>
                </a:lnTo>
                <a:lnTo>
                  <a:pt x="5441187" y="3657093"/>
                </a:lnTo>
                <a:lnTo>
                  <a:pt x="5427265" y="3660877"/>
                </a:lnTo>
                <a:lnTo>
                  <a:pt x="5420795" y="3655545"/>
                </a:lnTo>
                <a:lnTo>
                  <a:pt x="5412550" y="3654759"/>
                </a:lnTo>
                <a:lnTo>
                  <a:pt x="5408756" y="3650501"/>
                </a:lnTo>
                <a:lnTo>
                  <a:pt x="5408459" y="3646304"/>
                </a:lnTo>
                <a:lnTo>
                  <a:pt x="5396078" y="3642387"/>
                </a:lnTo>
                <a:lnTo>
                  <a:pt x="5381146" y="3651863"/>
                </a:lnTo>
                <a:lnTo>
                  <a:pt x="5377208" y="3660509"/>
                </a:lnTo>
                <a:lnTo>
                  <a:pt x="5373496" y="3656237"/>
                </a:lnTo>
                <a:lnTo>
                  <a:pt x="5364620" y="3656480"/>
                </a:lnTo>
                <a:lnTo>
                  <a:pt x="5356447" y="3649356"/>
                </a:lnTo>
                <a:lnTo>
                  <a:pt x="5351139" y="3648244"/>
                </a:lnTo>
                <a:lnTo>
                  <a:pt x="5344273" y="3649484"/>
                </a:lnTo>
                <a:lnTo>
                  <a:pt x="5334190" y="3645271"/>
                </a:lnTo>
                <a:lnTo>
                  <a:pt x="5334157" y="3647680"/>
                </a:lnTo>
                <a:lnTo>
                  <a:pt x="5331582" y="3642784"/>
                </a:lnTo>
                <a:lnTo>
                  <a:pt x="5333055" y="3640257"/>
                </a:lnTo>
                <a:lnTo>
                  <a:pt x="5345137" y="3635854"/>
                </a:lnTo>
                <a:lnTo>
                  <a:pt x="5347155" y="3629096"/>
                </a:lnTo>
                <a:lnTo>
                  <a:pt x="5336848" y="3619389"/>
                </a:lnTo>
                <a:lnTo>
                  <a:pt x="5332351" y="3618497"/>
                </a:lnTo>
                <a:lnTo>
                  <a:pt x="5317495" y="3609257"/>
                </a:lnTo>
                <a:lnTo>
                  <a:pt x="5301921" y="3606083"/>
                </a:lnTo>
                <a:lnTo>
                  <a:pt x="5292942" y="3612929"/>
                </a:lnTo>
                <a:lnTo>
                  <a:pt x="5285175" y="3623047"/>
                </a:lnTo>
                <a:lnTo>
                  <a:pt x="5278643" y="3624001"/>
                </a:lnTo>
                <a:lnTo>
                  <a:pt x="5267610" y="3619864"/>
                </a:lnTo>
                <a:lnTo>
                  <a:pt x="5260361" y="3621366"/>
                </a:lnTo>
                <a:lnTo>
                  <a:pt x="5251288" y="3615648"/>
                </a:lnTo>
                <a:lnTo>
                  <a:pt x="5241723" y="3615807"/>
                </a:lnTo>
                <a:lnTo>
                  <a:pt x="5233537" y="3612715"/>
                </a:lnTo>
                <a:lnTo>
                  <a:pt x="5228842" y="3615327"/>
                </a:lnTo>
                <a:lnTo>
                  <a:pt x="5225571" y="3620951"/>
                </a:lnTo>
                <a:lnTo>
                  <a:pt x="5213014" y="3619395"/>
                </a:lnTo>
                <a:lnTo>
                  <a:pt x="5193067" y="3628637"/>
                </a:lnTo>
                <a:lnTo>
                  <a:pt x="5176754" y="3631616"/>
                </a:lnTo>
                <a:lnTo>
                  <a:pt x="5173748" y="3641415"/>
                </a:lnTo>
                <a:lnTo>
                  <a:pt x="5166573" y="3646220"/>
                </a:lnTo>
                <a:lnTo>
                  <a:pt x="5161799" y="3644576"/>
                </a:lnTo>
                <a:lnTo>
                  <a:pt x="5155811" y="3645574"/>
                </a:lnTo>
                <a:lnTo>
                  <a:pt x="5151147" y="3642300"/>
                </a:lnTo>
                <a:lnTo>
                  <a:pt x="5144209" y="3645355"/>
                </a:lnTo>
                <a:lnTo>
                  <a:pt x="5137095" y="3640038"/>
                </a:lnTo>
                <a:lnTo>
                  <a:pt x="5124686" y="3641022"/>
                </a:lnTo>
                <a:lnTo>
                  <a:pt x="5124645" y="3645010"/>
                </a:lnTo>
                <a:lnTo>
                  <a:pt x="5119177" y="3649713"/>
                </a:lnTo>
                <a:lnTo>
                  <a:pt x="5122660" y="3654290"/>
                </a:lnTo>
                <a:lnTo>
                  <a:pt x="5119052" y="3660186"/>
                </a:lnTo>
                <a:lnTo>
                  <a:pt x="5112025" y="3665015"/>
                </a:lnTo>
                <a:lnTo>
                  <a:pt x="5106645" y="3665001"/>
                </a:lnTo>
                <a:lnTo>
                  <a:pt x="5103286" y="3670266"/>
                </a:lnTo>
                <a:lnTo>
                  <a:pt x="5102522" y="3674959"/>
                </a:lnTo>
                <a:lnTo>
                  <a:pt x="5112475" y="3695331"/>
                </a:lnTo>
                <a:lnTo>
                  <a:pt x="5106449" y="3698727"/>
                </a:lnTo>
                <a:lnTo>
                  <a:pt x="5106575" y="3702836"/>
                </a:lnTo>
                <a:lnTo>
                  <a:pt x="5087778" y="3709578"/>
                </a:lnTo>
                <a:lnTo>
                  <a:pt x="5083877" y="3705743"/>
                </a:lnTo>
                <a:lnTo>
                  <a:pt x="5075667" y="3706687"/>
                </a:lnTo>
                <a:lnTo>
                  <a:pt x="5074981" y="3710335"/>
                </a:lnTo>
                <a:lnTo>
                  <a:pt x="5071487" y="3713820"/>
                </a:lnTo>
                <a:lnTo>
                  <a:pt x="5064988" y="3714828"/>
                </a:lnTo>
                <a:lnTo>
                  <a:pt x="5058673" y="3711766"/>
                </a:lnTo>
                <a:lnTo>
                  <a:pt x="5050113" y="3709939"/>
                </a:lnTo>
                <a:lnTo>
                  <a:pt x="5046436" y="3710733"/>
                </a:lnTo>
                <a:lnTo>
                  <a:pt x="5039646" y="3708307"/>
                </a:lnTo>
                <a:lnTo>
                  <a:pt x="5036696" y="3709944"/>
                </a:lnTo>
                <a:lnTo>
                  <a:pt x="5027800" y="3708959"/>
                </a:lnTo>
                <a:lnTo>
                  <a:pt x="5017452" y="3712942"/>
                </a:lnTo>
                <a:lnTo>
                  <a:pt x="5004959" y="3709351"/>
                </a:lnTo>
                <a:lnTo>
                  <a:pt x="5000229" y="3717381"/>
                </a:lnTo>
                <a:lnTo>
                  <a:pt x="4992681" y="3721153"/>
                </a:lnTo>
                <a:lnTo>
                  <a:pt x="4987732" y="3731076"/>
                </a:lnTo>
                <a:lnTo>
                  <a:pt x="4973020" y="3746823"/>
                </a:lnTo>
                <a:lnTo>
                  <a:pt x="4962142" y="3753236"/>
                </a:lnTo>
                <a:lnTo>
                  <a:pt x="4939547" y="3757706"/>
                </a:lnTo>
                <a:lnTo>
                  <a:pt x="4939625" y="3762422"/>
                </a:lnTo>
                <a:lnTo>
                  <a:pt x="4942639" y="3767118"/>
                </a:lnTo>
                <a:lnTo>
                  <a:pt x="4942177" y="3777358"/>
                </a:lnTo>
                <a:lnTo>
                  <a:pt x="4948614" y="3781400"/>
                </a:lnTo>
                <a:lnTo>
                  <a:pt x="4948247" y="3782827"/>
                </a:lnTo>
                <a:lnTo>
                  <a:pt x="4938376" y="3794835"/>
                </a:lnTo>
                <a:lnTo>
                  <a:pt x="4932140" y="3799992"/>
                </a:lnTo>
                <a:lnTo>
                  <a:pt x="4928009" y="3799549"/>
                </a:lnTo>
                <a:lnTo>
                  <a:pt x="4925452" y="3801683"/>
                </a:lnTo>
                <a:lnTo>
                  <a:pt x="4925953" y="3805547"/>
                </a:lnTo>
                <a:lnTo>
                  <a:pt x="4921472" y="3809247"/>
                </a:lnTo>
                <a:lnTo>
                  <a:pt x="4912960" y="3811888"/>
                </a:lnTo>
                <a:lnTo>
                  <a:pt x="4909949" y="3810414"/>
                </a:lnTo>
                <a:lnTo>
                  <a:pt x="4900468" y="3800159"/>
                </a:lnTo>
                <a:lnTo>
                  <a:pt x="4890917" y="3796541"/>
                </a:lnTo>
                <a:lnTo>
                  <a:pt x="4890546" y="3792430"/>
                </a:lnTo>
                <a:lnTo>
                  <a:pt x="4885584" y="3785329"/>
                </a:lnTo>
                <a:lnTo>
                  <a:pt x="4882374" y="3784981"/>
                </a:lnTo>
                <a:lnTo>
                  <a:pt x="4878738" y="3788502"/>
                </a:lnTo>
                <a:lnTo>
                  <a:pt x="4868974" y="3792260"/>
                </a:lnTo>
                <a:lnTo>
                  <a:pt x="4861919" y="3793160"/>
                </a:lnTo>
                <a:lnTo>
                  <a:pt x="4848182" y="3787664"/>
                </a:lnTo>
                <a:lnTo>
                  <a:pt x="4845255" y="3786013"/>
                </a:lnTo>
                <a:lnTo>
                  <a:pt x="4846248" y="3780705"/>
                </a:lnTo>
                <a:lnTo>
                  <a:pt x="4844689" y="3776515"/>
                </a:lnTo>
                <a:lnTo>
                  <a:pt x="4838036" y="3773767"/>
                </a:lnTo>
                <a:lnTo>
                  <a:pt x="4837432" y="3766296"/>
                </a:lnTo>
                <a:lnTo>
                  <a:pt x="4840761" y="3763379"/>
                </a:lnTo>
                <a:lnTo>
                  <a:pt x="4840527" y="3759418"/>
                </a:lnTo>
                <a:lnTo>
                  <a:pt x="4830062" y="3755190"/>
                </a:lnTo>
                <a:lnTo>
                  <a:pt x="4820966" y="3757645"/>
                </a:lnTo>
                <a:lnTo>
                  <a:pt x="4817289" y="3762264"/>
                </a:lnTo>
                <a:lnTo>
                  <a:pt x="4801612" y="3759220"/>
                </a:lnTo>
                <a:lnTo>
                  <a:pt x="4791941" y="3752563"/>
                </a:lnTo>
                <a:lnTo>
                  <a:pt x="4791386" y="3746492"/>
                </a:lnTo>
                <a:lnTo>
                  <a:pt x="4777732" y="3740398"/>
                </a:lnTo>
                <a:lnTo>
                  <a:pt x="4776142" y="3736896"/>
                </a:lnTo>
                <a:lnTo>
                  <a:pt x="4776873" y="3730670"/>
                </a:lnTo>
                <a:lnTo>
                  <a:pt x="4773300" y="3729063"/>
                </a:lnTo>
                <a:lnTo>
                  <a:pt x="4782337" y="3716858"/>
                </a:lnTo>
                <a:lnTo>
                  <a:pt x="4776409" y="3714097"/>
                </a:lnTo>
                <a:lnTo>
                  <a:pt x="4778470" y="3708758"/>
                </a:lnTo>
                <a:lnTo>
                  <a:pt x="4774398" y="3705165"/>
                </a:lnTo>
                <a:lnTo>
                  <a:pt x="4772913" y="3695944"/>
                </a:lnTo>
                <a:lnTo>
                  <a:pt x="4765369" y="3694562"/>
                </a:lnTo>
                <a:lnTo>
                  <a:pt x="4760363" y="3696248"/>
                </a:lnTo>
                <a:lnTo>
                  <a:pt x="4758647" y="3691584"/>
                </a:lnTo>
                <a:lnTo>
                  <a:pt x="4745435" y="3685231"/>
                </a:lnTo>
                <a:lnTo>
                  <a:pt x="4747700" y="3674545"/>
                </a:lnTo>
                <a:lnTo>
                  <a:pt x="4740398" y="3671724"/>
                </a:lnTo>
                <a:lnTo>
                  <a:pt x="4740321" y="3666967"/>
                </a:lnTo>
                <a:lnTo>
                  <a:pt x="4730355" y="3665934"/>
                </a:lnTo>
                <a:lnTo>
                  <a:pt x="4721807" y="3674079"/>
                </a:lnTo>
                <a:lnTo>
                  <a:pt x="4714339" y="3673653"/>
                </a:lnTo>
                <a:lnTo>
                  <a:pt x="4711153" y="3670971"/>
                </a:lnTo>
                <a:lnTo>
                  <a:pt x="4710726" y="3664202"/>
                </a:lnTo>
                <a:lnTo>
                  <a:pt x="4708137" y="3659834"/>
                </a:lnTo>
                <a:lnTo>
                  <a:pt x="4702129" y="3659370"/>
                </a:lnTo>
                <a:lnTo>
                  <a:pt x="4703298" y="3654515"/>
                </a:lnTo>
                <a:lnTo>
                  <a:pt x="4697202" y="3651013"/>
                </a:lnTo>
                <a:lnTo>
                  <a:pt x="4698015" y="3646285"/>
                </a:lnTo>
                <a:lnTo>
                  <a:pt x="4688732" y="3643442"/>
                </a:lnTo>
                <a:lnTo>
                  <a:pt x="4689546" y="3635628"/>
                </a:lnTo>
                <a:lnTo>
                  <a:pt x="4682399" y="3632494"/>
                </a:lnTo>
                <a:lnTo>
                  <a:pt x="4684497" y="3628263"/>
                </a:lnTo>
                <a:lnTo>
                  <a:pt x="4683810" y="3623211"/>
                </a:lnTo>
                <a:lnTo>
                  <a:pt x="4688261" y="3618768"/>
                </a:lnTo>
                <a:lnTo>
                  <a:pt x="4692271" y="3608704"/>
                </a:lnTo>
                <a:lnTo>
                  <a:pt x="4687416" y="3600833"/>
                </a:lnTo>
                <a:lnTo>
                  <a:pt x="4690327" y="3595231"/>
                </a:lnTo>
                <a:lnTo>
                  <a:pt x="4682134" y="3583660"/>
                </a:lnTo>
                <a:lnTo>
                  <a:pt x="4671688" y="3584239"/>
                </a:lnTo>
                <a:lnTo>
                  <a:pt x="4664509" y="3575941"/>
                </a:lnTo>
                <a:lnTo>
                  <a:pt x="4656679" y="3575739"/>
                </a:lnTo>
                <a:lnTo>
                  <a:pt x="4655200" y="3572753"/>
                </a:lnTo>
                <a:lnTo>
                  <a:pt x="4657754" y="3567024"/>
                </a:lnTo>
                <a:lnTo>
                  <a:pt x="4652866" y="3563707"/>
                </a:lnTo>
                <a:lnTo>
                  <a:pt x="4655569" y="3552798"/>
                </a:lnTo>
                <a:lnTo>
                  <a:pt x="4651242" y="3547747"/>
                </a:lnTo>
                <a:lnTo>
                  <a:pt x="4664073" y="3542541"/>
                </a:lnTo>
                <a:lnTo>
                  <a:pt x="4665145" y="3539639"/>
                </a:lnTo>
                <a:lnTo>
                  <a:pt x="4661455" y="3527308"/>
                </a:lnTo>
                <a:lnTo>
                  <a:pt x="4668255" y="3521388"/>
                </a:lnTo>
                <a:lnTo>
                  <a:pt x="4661759" y="3517938"/>
                </a:lnTo>
                <a:lnTo>
                  <a:pt x="4656158" y="3511898"/>
                </a:lnTo>
                <a:lnTo>
                  <a:pt x="4654810" y="3500645"/>
                </a:lnTo>
                <a:lnTo>
                  <a:pt x="4652959" y="3498338"/>
                </a:lnTo>
                <a:lnTo>
                  <a:pt x="4633511" y="3498710"/>
                </a:lnTo>
                <a:lnTo>
                  <a:pt x="4615012" y="3496684"/>
                </a:lnTo>
                <a:lnTo>
                  <a:pt x="4610271" y="3491729"/>
                </a:lnTo>
                <a:lnTo>
                  <a:pt x="4603535" y="3490297"/>
                </a:lnTo>
                <a:lnTo>
                  <a:pt x="4602708" y="3483358"/>
                </a:lnTo>
                <a:lnTo>
                  <a:pt x="4595262" y="3476953"/>
                </a:lnTo>
                <a:lnTo>
                  <a:pt x="4593715" y="3469244"/>
                </a:lnTo>
                <a:lnTo>
                  <a:pt x="4597382" y="3464690"/>
                </a:lnTo>
                <a:lnTo>
                  <a:pt x="4592353" y="3462574"/>
                </a:lnTo>
                <a:lnTo>
                  <a:pt x="4582718" y="3463077"/>
                </a:lnTo>
                <a:lnTo>
                  <a:pt x="4580074" y="3454224"/>
                </a:lnTo>
                <a:lnTo>
                  <a:pt x="4569203" y="3445898"/>
                </a:lnTo>
                <a:lnTo>
                  <a:pt x="4571219" y="3442786"/>
                </a:lnTo>
                <a:lnTo>
                  <a:pt x="4568848" y="3434942"/>
                </a:lnTo>
                <a:lnTo>
                  <a:pt x="4575481" y="3430735"/>
                </a:lnTo>
                <a:lnTo>
                  <a:pt x="4575773" y="3423364"/>
                </a:lnTo>
                <a:lnTo>
                  <a:pt x="4572829" y="3418023"/>
                </a:lnTo>
                <a:lnTo>
                  <a:pt x="4574857" y="3414062"/>
                </a:lnTo>
                <a:lnTo>
                  <a:pt x="4557068" y="3405220"/>
                </a:lnTo>
                <a:lnTo>
                  <a:pt x="4553738" y="3400921"/>
                </a:lnTo>
                <a:lnTo>
                  <a:pt x="4543280" y="3399812"/>
                </a:lnTo>
                <a:lnTo>
                  <a:pt x="4537784" y="3394570"/>
                </a:lnTo>
                <a:lnTo>
                  <a:pt x="4533379" y="3396951"/>
                </a:lnTo>
                <a:lnTo>
                  <a:pt x="4530238" y="3401966"/>
                </a:lnTo>
                <a:lnTo>
                  <a:pt x="4521920" y="3405566"/>
                </a:lnTo>
                <a:lnTo>
                  <a:pt x="4511453" y="3399981"/>
                </a:lnTo>
                <a:lnTo>
                  <a:pt x="4498006" y="3406736"/>
                </a:lnTo>
                <a:lnTo>
                  <a:pt x="4489915" y="3402055"/>
                </a:lnTo>
                <a:lnTo>
                  <a:pt x="4485593" y="3395872"/>
                </a:lnTo>
                <a:lnTo>
                  <a:pt x="4480708" y="3396351"/>
                </a:lnTo>
                <a:lnTo>
                  <a:pt x="4481780" y="3391983"/>
                </a:lnTo>
                <a:lnTo>
                  <a:pt x="4479771" y="3389230"/>
                </a:lnTo>
                <a:lnTo>
                  <a:pt x="4482502" y="3384999"/>
                </a:lnTo>
                <a:lnTo>
                  <a:pt x="4482283" y="3378876"/>
                </a:lnTo>
                <a:lnTo>
                  <a:pt x="4477881" y="3374125"/>
                </a:lnTo>
                <a:lnTo>
                  <a:pt x="4476454" y="3365969"/>
                </a:lnTo>
                <a:lnTo>
                  <a:pt x="4472750" y="3361391"/>
                </a:lnTo>
                <a:lnTo>
                  <a:pt x="4467051" y="3358461"/>
                </a:lnTo>
                <a:lnTo>
                  <a:pt x="4465080" y="3352066"/>
                </a:lnTo>
                <a:lnTo>
                  <a:pt x="4470528" y="3344427"/>
                </a:lnTo>
                <a:lnTo>
                  <a:pt x="4466445" y="3337607"/>
                </a:lnTo>
                <a:lnTo>
                  <a:pt x="4470644" y="3337086"/>
                </a:lnTo>
                <a:lnTo>
                  <a:pt x="4476570" y="3339760"/>
                </a:lnTo>
                <a:lnTo>
                  <a:pt x="4482313" y="3337778"/>
                </a:lnTo>
                <a:lnTo>
                  <a:pt x="4488394" y="3340353"/>
                </a:lnTo>
                <a:lnTo>
                  <a:pt x="4494138" y="3336271"/>
                </a:lnTo>
                <a:lnTo>
                  <a:pt x="4498058" y="3336669"/>
                </a:lnTo>
                <a:lnTo>
                  <a:pt x="4500269" y="3330351"/>
                </a:lnTo>
                <a:lnTo>
                  <a:pt x="4493079" y="3323122"/>
                </a:lnTo>
                <a:lnTo>
                  <a:pt x="4483076" y="3323897"/>
                </a:lnTo>
                <a:lnTo>
                  <a:pt x="4473656" y="3317509"/>
                </a:lnTo>
                <a:lnTo>
                  <a:pt x="4473312" y="3312814"/>
                </a:lnTo>
                <a:lnTo>
                  <a:pt x="4456591" y="3313918"/>
                </a:lnTo>
                <a:lnTo>
                  <a:pt x="4451050" y="3312069"/>
                </a:lnTo>
                <a:lnTo>
                  <a:pt x="4438856" y="3312508"/>
                </a:lnTo>
                <a:lnTo>
                  <a:pt x="4435860" y="3308223"/>
                </a:lnTo>
                <a:lnTo>
                  <a:pt x="4418157" y="3298913"/>
                </a:lnTo>
                <a:lnTo>
                  <a:pt x="4420815" y="3292645"/>
                </a:lnTo>
                <a:lnTo>
                  <a:pt x="4422443" y="3279615"/>
                </a:lnTo>
                <a:lnTo>
                  <a:pt x="4407094" y="3277161"/>
                </a:lnTo>
                <a:lnTo>
                  <a:pt x="4399679" y="3278712"/>
                </a:lnTo>
                <a:lnTo>
                  <a:pt x="4397281" y="3272883"/>
                </a:lnTo>
                <a:lnTo>
                  <a:pt x="4390489" y="3276354"/>
                </a:lnTo>
                <a:lnTo>
                  <a:pt x="4386508" y="3276279"/>
                </a:lnTo>
                <a:lnTo>
                  <a:pt x="4384786" y="3279072"/>
                </a:lnTo>
                <a:lnTo>
                  <a:pt x="4387789" y="3285156"/>
                </a:lnTo>
                <a:lnTo>
                  <a:pt x="4387357" y="3289160"/>
                </a:lnTo>
                <a:lnTo>
                  <a:pt x="4377406" y="3294493"/>
                </a:lnTo>
                <a:lnTo>
                  <a:pt x="4371931" y="3295333"/>
                </a:lnTo>
                <a:lnTo>
                  <a:pt x="4363414" y="3291202"/>
                </a:lnTo>
                <a:lnTo>
                  <a:pt x="4358509" y="3292898"/>
                </a:lnTo>
                <a:lnTo>
                  <a:pt x="4352688" y="3290435"/>
                </a:lnTo>
                <a:lnTo>
                  <a:pt x="4353615" y="3282547"/>
                </a:lnTo>
                <a:lnTo>
                  <a:pt x="4357931" y="3275343"/>
                </a:lnTo>
                <a:lnTo>
                  <a:pt x="4359861" y="3267121"/>
                </a:lnTo>
                <a:lnTo>
                  <a:pt x="4342049" y="3257762"/>
                </a:lnTo>
                <a:lnTo>
                  <a:pt x="4336081" y="3259272"/>
                </a:lnTo>
                <a:lnTo>
                  <a:pt x="4332561" y="3256566"/>
                </a:lnTo>
                <a:lnTo>
                  <a:pt x="4325087" y="3259368"/>
                </a:lnTo>
                <a:lnTo>
                  <a:pt x="4320151" y="3264847"/>
                </a:lnTo>
                <a:lnTo>
                  <a:pt x="4306945" y="3252113"/>
                </a:lnTo>
                <a:lnTo>
                  <a:pt x="4302800" y="3256645"/>
                </a:lnTo>
                <a:lnTo>
                  <a:pt x="4302399" y="3266582"/>
                </a:lnTo>
                <a:lnTo>
                  <a:pt x="4293036" y="3266048"/>
                </a:lnTo>
                <a:lnTo>
                  <a:pt x="4289301" y="3264245"/>
                </a:lnTo>
                <a:lnTo>
                  <a:pt x="4284235" y="3269100"/>
                </a:lnTo>
                <a:lnTo>
                  <a:pt x="4271287" y="3271861"/>
                </a:lnTo>
                <a:lnTo>
                  <a:pt x="4270521" y="3276085"/>
                </a:lnTo>
                <a:lnTo>
                  <a:pt x="4273814" y="3279696"/>
                </a:lnTo>
                <a:lnTo>
                  <a:pt x="4266005" y="3282866"/>
                </a:lnTo>
                <a:lnTo>
                  <a:pt x="4261186" y="3278159"/>
                </a:lnTo>
                <a:lnTo>
                  <a:pt x="4246703" y="3274323"/>
                </a:lnTo>
                <a:lnTo>
                  <a:pt x="4242027" y="3266450"/>
                </a:lnTo>
                <a:lnTo>
                  <a:pt x="4242102" y="3255100"/>
                </a:lnTo>
                <a:lnTo>
                  <a:pt x="4238153" y="3253446"/>
                </a:lnTo>
                <a:lnTo>
                  <a:pt x="4229273" y="3254310"/>
                </a:lnTo>
                <a:lnTo>
                  <a:pt x="4223733" y="3250410"/>
                </a:lnTo>
                <a:lnTo>
                  <a:pt x="4216007" y="3249421"/>
                </a:lnTo>
                <a:lnTo>
                  <a:pt x="4210192" y="3229053"/>
                </a:lnTo>
                <a:lnTo>
                  <a:pt x="4204321" y="3221592"/>
                </a:lnTo>
                <a:lnTo>
                  <a:pt x="4192609" y="3226365"/>
                </a:lnTo>
                <a:lnTo>
                  <a:pt x="4189644" y="3225801"/>
                </a:lnTo>
                <a:lnTo>
                  <a:pt x="4189650" y="3217387"/>
                </a:lnTo>
                <a:lnTo>
                  <a:pt x="4181409" y="3214183"/>
                </a:lnTo>
                <a:lnTo>
                  <a:pt x="4181055" y="3208809"/>
                </a:lnTo>
                <a:lnTo>
                  <a:pt x="4174937" y="3199740"/>
                </a:lnTo>
                <a:lnTo>
                  <a:pt x="4165411" y="3209249"/>
                </a:lnTo>
                <a:lnTo>
                  <a:pt x="4154927" y="3210691"/>
                </a:lnTo>
                <a:lnTo>
                  <a:pt x="4147089" y="3204644"/>
                </a:lnTo>
                <a:lnTo>
                  <a:pt x="4133026" y="3206243"/>
                </a:lnTo>
                <a:lnTo>
                  <a:pt x="4130132" y="3207571"/>
                </a:lnTo>
                <a:lnTo>
                  <a:pt x="4129648" y="3209739"/>
                </a:lnTo>
                <a:lnTo>
                  <a:pt x="4123472" y="3211740"/>
                </a:lnTo>
                <a:lnTo>
                  <a:pt x="4112453" y="3211548"/>
                </a:lnTo>
                <a:lnTo>
                  <a:pt x="4102551" y="3204064"/>
                </a:lnTo>
                <a:lnTo>
                  <a:pt x="4101971" y="3198939"/>
                </a:lnTo>
                <a:lnTo>
                  <a:pt x="4095021" y="3197883"/>
                </a:lnTo>
                <a:lnTo>
                  <a:pt x="4103874" y="3177096"/>
                </a:lnTo>
                <a:lnTo>
                  <a:pt x="4096852" y="3172600"/>
                </a:lnTo>
                <a:lnTo>
                  <a:pt x="4089020" y="3163336"/>
                </a:lnTo>
                <a:lnTo>
                  <a:pt x="4088552" y="3160565"/>
                </a:lnTo>
                <a:lnTo>
                  <a:pt x="4078264" y="3166324"/>
                </a:lnTo>
                <a:lnTo>
                  <a:pt x="4069756" y="3159886"/>
                </a:lnTo>
                <a:lnTo>
                  <a:pt x="4064417" y="3159430"/>
                </a:lnTo>
                <a:lnTo>
                  <a:pt x="4056459" y="3166602"/>
                </a:lnTo>
                <a:lnTo>
                  <a:pt x="4045484" y="3163936"/>
                </a:lnTo>
                <a:lnTo>
                  <a:pt x="4035949" y="3165393"/>
                </a:lnTo>
                <a:lnTo>
                  <a:pt x="4032346" y="3167449"/>
                </a:lnTo>
                <a:lnTo>
                  <a:pt x="4030342" y="3175705"/>
                </a:lnTo>
                <a:lnTo>
                  <a:pt x="4019298" y="3176628"/>
                </a:lnTo>
                <a:lnTo>
                  <a:pt x="4009217" y="3183423"/>
                </a:lnTo>
                <a:lnTo>
                  <a:pt x="4000210" y="3185448"/>
                </a:lnTo>
                <a:lnTo>
                  <a:pt x="3974169" y="3176851"/>
                </a:lnTo>
                <a:lnTo>
                  <a:pt x="3967838" y="3179810"/>
                </a:lnTo>
                <a:lnTo>
                  <a:pt x="3959770" y="3179119"/>
                </a:lnTo>
                <a:lnTo>
                  <a:pt x="3949887" y="3170783"/>
                </a:lnTo>
                <a:lnTo>
                  <a:pt x="3946233" y="3161422"/>
                </a:lnTo>
                <a:lnTo>
                  <a:pt x="3953788" y="3150617"/>
                </a:lnTo>
                <a:lnTo>
                  <a:pt x="3949662" y="3141910"/>
                </a:lnTo>
                <a:lnTo>
                  <a:pt x="3936942" y="3141364"/>
                </a:lnTo>
                <a:lnTo>
                  <a:pt x="3925725" y="3144405"/>
                </a:lnTo>
                <a:lnTo>
                  <a:pt x="3907354" y="3136579"/>
                </a:lnTo>
                <a:lnTo>
                  <a:pt x="3903627" y="3137150"/>
                </a:lnTo>
                <a:lnTo>
                  <a:pt x="3884736" y="3129947"/>
                </a:lnTo>
                <a:lnTo>
                  <a:pt x="3888665" y="3126838"/>
                </a:lnTo>
                <a:lnTo>
                  <a:pt x="3889233" y="3116526"/>
                </a:lnTo>
                <a:lnTo>
                  <a:pt x="3882998" y="3110518"/>
                </a:lnTo>
                <a:lnTo>
                  <a:pt x="3879573" y="3095509"/>
                </a:lnTo>
                <a:lnTo>
                  <a:pt x="3872068" y="3088998"/>
                </a:lnTo>
                <a:lnTo>
                  <a:pt x="3867042" y="3088162"/>
                </a:lnTo>
                <a:lnTo>
                  <a:pt x="3863254" y="3084337"/>
                </a:lnTo>
                <a:lnTo>
                  <a:pt x="3855961" y="3085218"/>
                </a:lnTo>
                <a:lnTo>
                  <a:pt x="3849534" y="3082879"/>
                </a:lnTo>
                <a:lnTo>
                  <a:pt x="3843251" y="3084653"/>
                </a:lnTo>
                <a:lnTo>
                  <a:pt x="3838529" y="3083101"/>
                </a:lnTo>
                <a:lnTo>
                  <a:pt x="3832855" y="3088325"/>
                </a:lnTo>
                <a:lnTo>
                  <a:pt x="3828850" y="3085448"/>
                </a:lnTo>
                <a:lnTo>
                  <a:pt x="3823467" y="3084985"/>
                </a:lnTo>
                <a:lnTo>
                  <a:pt x="3818966" y="3089506"/>
                </a:lnTo>
                <a:lnTo>
                  <a:pt x="3807709" y="3093651"/>
                </a:lnTo>
                <a:lnTo>
                  <a:pt x="3802436" y="3094219"/>
                </a:lnTo>
                <a:lnTo>
                  <a:pt x="3798685" y="3091906"/>
                </a:lnTo>
                <a:lnTo>
                  <a:pt x="3797632" y="3083576"/>
                </a:lnTo>
                <a:lnTo>
                  <a:pt x="3794451" y="3079593"/>
                </a:lnTo>
                <a:lnTo>
                  <a:pt x="3805768" y="3069866"/>
                </a:lnTo>
                <a:lnTo>
                  <a:pt x="3803447" y="3058517"/>
                </a:lnTo>
                <a:lnTo>
                  <a:pt x="3811305" y="3054163"/>
                </a:lnTo>
                <a:lnTo>
                  <a:pt x="3816583" y="3056848"/>
                </a:lnTo>
                <a:lnTo>
                  <a:pt x="3822517" y="3056599"/>
                </a:lnTo>
                <a:lnTo>
                  <a:pt x="3833996" y="3047735"/>
                </a:lnTo>
                <a:lnTo>
                  <a:pt x="3843611" y="3044499"/>
                </a:lnTo>
                <a:lnTo>
                  <a:pt x="3844797" y="3037728"/>
                </a:lnTo>
                <a:lnTo>
                  <a:pt x="3854268" y="3031888"/>
                </a:lnTo>
                <a:lnTo>
                  <a:pt x="3846467" y="3022542"/>
                </a:lnTo>
                <a:lnTo>
                  <a:pt x="3841831" y="3005962"/>
                </a:lnTo>
                <a:lnTo>
                  <a:pt x="3836574" y="3001834"/>
                </a:lnTo>
                <a:lnTo>
                  <a:pt x="3827904" y="3002872"/>
                </a:lnTo>
                <a:lnTo>
                  <a:pt x="3822908" y="3001777"/>
                </a:lnTo>
                <a:lnTo>
                  <a:pt x="3815005" y="2994078"/>
                </a:lnTo>
                <a:lnTo>
                  <a:pt x="3811046" y="2984761"/>
                </a:lnTo>
                <a:lnTo>
                  <a:pt x="3807093" y="2982105"/>
                </a:lnTo>
                <a:lnTo>
                  <a:pt x="3794400" y="2985980"/>
                </a:lnTo>
                <a:lnTo>
                  <a:pt x="3791986" y="2991856"/>
                </a:lnTo>
                <a:lnTo>
                  <a:pt x="3782117" y="2996442"/>
                </a:lnTo>
                <a:lnTo>
                  <a:pt x="3774900" y="2995653"/>
                </a:lnTo>
                <a:lnTo>
                  <a:pt x="3770223" y="2999143"/>
                </a:lnTo>
                <a:lnTo>
                  <a:pt x="3763910" y="2997642"/>
                </a:lnTo>
                <a:lnTo>
                  <a:pt x="3758124" y="3002347"/>
                </a:lnTo>
                <a:lnTo>
                  <a:pt x="3749630" y="3002424"/>
                </a:lnTo>
                <a:lnTo>
                  <a:pt x="3739182" y="3007669"/>
                </a:lnTo>
                <a:lnTo>
                  <a:pt x="3717050" y="3003606"/>
                </a:lnTo>
                <a:lnTo>
                  <a:pt x="3714643" y="2997965"/>
                </a:lnTo>
                <a:lnTo>
                  <a:pt x="3716278" y="2994379"/>
                </a:lnTo>
                <a:lnTo>
                  <a:pt x="3718851" y="2991100"/>
                </a:lnTo>
                <a:lnTo>
                  <a:pt x="3729751" y="2988918"/>
                </a:lnTo>
                <a:lnTo>
                  <a:pt x="3729432" y="2980414"/>
                </a:lnTo>
                <a:lnTo>
                  <a:pt x="3740136" y="2973079"/>
                </a:lnTo>
                <a:lnTo>
                  <a:pt x="3742840" y="2967863"/>
                </a:lnTo>
                <a:lnTo>
                  <a:pt x="3742232" y="2964035"/>
                </a:lnTo>
                <a:lnTo>
                  <a:pt x="3733150" y="2957136"/>
                </a:lnTo>
                <a:lnTo>
                  <a:pt x="3715512" y="2953594"/>
                </a:lnTo>
                <a:lnTo>
                  <a:pt x="3695094" y="2941965"/>
                </a:lnTo>
                <a:lnTo>
                  <a:pt x="3694027" y="2936751"/>
                </a:lnTo>
                <a:lnTo>
                  <a:pt x="3687868" y="2929164"/>
                </a:lnTo>
                <a:lnTo>
                  <a:pt x="3685595" y="2922356"/>
                </a:lnTo>
                <a:lnTo>
                  <a:pt x="3680522" y="2918251"/>
                </a:lnTo>
                <a:lnTo>
                  <a:pt x="3674286" y="2903576"/>
                </a:lnTo>
                <a:lnTo>
                  <a:pt x="3668249" y="2903223"/>
                </a:lnTo>
                <a:lnTo>
                  <a:pt x="3664942" y="2899604"/>
                </a:lnTo>
                <a:lnTo>
                  <a:pt x="3659077" y="2897001"/>
                </a:lnTo>
                <a:lnTo>
                  <a:pt x="3656909" y="2892793"/>
                </a:lnTo>
                <a:lnTo>
                  <a:pt x="3652902" y="2890278"/>
                </a:lnTo>
                <a:lnTo>
                  <a:pt x="3649036" y="2878158"/>
                </a:lnTo>
                <a:lnTo>
                  <a:pt x="3650652" y="2873516"/>
                </a:lnTo>
                <a:lnTo>
                  <a:pt x="3648062" y="2869608"/>
                </a:lnTo>
                <a:lnTo>
                  <a:pt x="3648673" y="2863192"/>
                </a:lnTo>
                <a:lnTo>
                  <a:pt x="3635796" y="2858052"/>
                </a:lnTo>
                <a:lnTo>
                  <a:pt x="3632450" y="2853655"/>
                </a:lnTo>
                <a:lnTo>
                  <a:pt x="3609265" y="2844202"/>
                </a:lnTo>
                <a:lnTo>
                  <a:pt x="3596685" y="2861623"/>
                </a:lnTo>
                <a:lnTo>
                  <a:pt x="3590856" y="2866810"/>
                </a:lnTo>
                <a:lnTo>
                  <a:pt x="3573262" y="2874132"/>
                </a:lnTo>
                <a:lnTo>
                  <a:pt x="3567938" y="2868340"/>
                </a:lnTo>
                <a:lnTo>
                  <a:pt x="3560438" y="2865478"/>
                </a:lnTo>
                <a:lnTo>
                  <a:pt x="3557527" y="2860926"/>
                </a:lnTo>
                <a:lnTo>
                  <a:pt x="3551850" y="2858597"/>
                </a:lnTo>
                <a:lnTo>
                  <a:pt x="3543279" y="2851223"/>
                </a:lnTo>
                <a:lnTo>
                  <a:pt x="3547121" y="2846766"/>
                </a:lnTo>
                <a:lnTo>
                  <a:pt x="3545985" y="2841246"/>
                </a:lnTo>
                <a:lnTo>
                  <a:pt x="3532817" y="2835142"/>
                </a:lnTo>
                <a:lnTo>
                  <a:pt x="3530693" y="2831227"/>
                </a:lnTo>
                <a:lnTo>
                  <a:pt x="3523755" y="2833792"/>
                </a:lnTo>
                <a:lnTo>
                  <a:pt x="3522516" y="2837354"/>
                </a:lnTo>
                <a:lnTo>
                  <a:pt x="3501598" y="2823331"/>
                </a:lnTo>
                <a:lnTo>
                  <a:pt x="3493996" y="2822949"/>
                </a:lnTo>
                <a:lnTo>
                  <a:pt x="3484005" y="2814854"/>
                </a:lnTo>
                <a:lnTo>
                  <a:pt x="3480762" y="2805065"/>
                </a:lnTo>
                <a:lnTo>
                  <a:pt x="3466580" y="2797060"/>
                </a:lnTo>
                <a:lnTo>
                  <a:pt x="3463659" y="2791660"/>
                </a:lnTo>
                <a:lnTo>
                  <a:pt x="3459009" y="2792521"/>
                </a:lnTo>
                <a:lnTo>
                  <a:pt x="3453755" y="2783111"/>
                </a:lnTo>
                <a:lnTo>
                  <a:pt x="3450704" y="2781293"/>
                </a:lnTo>
                <a:lnTo>
                  <a:pt x="3445228" y="2781382"/>
                </a:lnTo>
                <a:lnTo>
                  <a:pt x="3440916" y="2785525"/>
                </a:lnTo>
                <a:lnTo>
                  <a:pt x="3436749" y="2782181"/>
                </a:lnTo>
                <a:lnTo>
                  <a:pt x="3434942" y="2777562"/>
                </a:lnTo>
                <a:lnTo>
                  <a:pt x="3427620" y="2778402"/>
                </a:lnTo>
                <a:lnTo>
                  <a:pt x="3429607" y="2785550"/>
                </a:lnTo>
                <a:lnTo>
                  <a:pt x="3427278" y="2789648"/>
                </a:lnTo>
                <a:lnTo>
                  <a:pt x="3429865" y="2796549"/>
                </a:lnTo>
                <a:lnTo>
                  <a:pt x="3423771" y="2791246"/>
                </a:lnTo>
                <a:lnTo>
                  <a:pt x="3412324" y="2797439"/>
                </a:lnTo>
                <a:lnTo>
                  <a:pt x="3408189" y="2784095"/>
                </a:lnTo>
                <a:lnTo>
                  <a:pt x="3402297" y="2779133"/>
                </a:lnTo>
                <a:lnTo>
                  <a:pt x="3396075" y="2780221"/>
                </a:lnTo>
                <a:lnTo>
                  <a:pt x="3390801" y="2775483"/>
                </a:lnTo>
                <a:lnTo>
                  <a:pt x="3389421" y="2766019"/>
                </a:lnTo>
                <a:lnTo>
                  <a:pt x="3382639" y="2761089"/>
                </a:lnTo>
                <a:lnTo>
                  <a:pt x="3378204" y="2754008"/>
                </a:lnTo>
                <a:lnTo>
                  <a:pt x="3369779" y="2753782"/>
                </a:lnTo>
                <a:lnTo>
                  <a:pt x="3361485" y="2750919"/>
                </a:lnTo>
                <a:lnTo>
                  <a:pt x="3359857" y="2758086"/>
                </a:lnTo>
                <a:lnTo>
                  <a:pt x="3356427" y="2761832"/>
                </a:lnTo>
                <a:lnTo>
                  <a:pt x="3349637" y="2765056"/>
                </a:lnTo>
                <a:lnTo>
                  <a:pt x="3343935" y="2765286"/>
                </a:lnTo>
                <a:lnTo>
                  <a:pt x="3339067" y="2763323"/>
                </a:lnTo>
                <a:lnTo>
                  <a:pt x="3336138" y="2764743"/>
                </a:lnTo>
                <a:lnTo>
                  <a:pt x="3334302" y="2761685"/>
                </a:lnTo>
                <a:lnTo>
                  <a:pt x="3325476" y="2758273"/>
                </a:lnTo>
                <a:lnTo>
                  <a:pt x="3320463" y="2753610"/>
                </a:lnTo>
                <a:lnTo>
                  <a:pt x="3320623" y="2748230"/>
                </a:lnTo>
                <a:lnTo>
                  <a:pt x="3315830" y="2737042"/>
                </a:lnTo>
                <a:lnTo>
                  <a:pt x="3312384" y="2735061"/>
                </a:lnTo>
                <a:lnTo>
                  <a:pt x="3297186" y="2735801"/>
                </a:lnTo>
                <a:lnTo>
                  <a:pt x="3289160" y="2732354"/>
                </a:lnTo>
                <a:lnTo>
                  <a:pt x="3284643" y="2727589"/>
                </a:lnTo>
                <a:lnTo>
                  <a:pt x="3281970" y="2728801"/>
                </a:lnTo>
                <a:lnTo>
                  <a:pt x="3280825" y="2723562"/>
                </a:lnTo>
                <a:lnTo>
                  <a:pt x="3274961" y="2720318"/>
                </a:lnTo>
                <a:lnTo>
                  <a:pt x="3270659" y="2720409"/>
                </a:lnTo>
                <a:lnTo>
                  <a:pt x="3259794" y="2726788"/>
                </a:lnTo>
                <a:lnTo>
                  <a:pt x="3256659" y="2732626"/>
                </a:lnTo>
                <a:lnTo>
                  <a:pt x="3243493" y="2728568"/>
                </a:lnTo>
                <a:lnTo>
                  <a:pt x="3232549" y="2731172"/>
                </a:lnTo>
                <a:lnTo>
                  <a:pt x="3226608" y="2729417"/>
                </a:lnTo>
                <a:lnTo>
                  <a:pt x="3219151" y="2730302"/>
                </a:lnTo>
                <a:lnTo>
                  <a:pt x="3206156" y="2726799"/>
                </a:lnTo>
                <a:lnTo>
                  <a:pt x="3186587" y="2732204"/>
                </a:lnTo>
                <a:lnTo>
                  <a:pt x="3179871" y="2719281"/>
                </a:lnTo>
                <a:lnTo>
                  <a:pt x="3179471" y="2712911"/>
                </a:lnTo>
                <a:lnTo>
                  <a:pt x="3183229" y="2706894"/>
                </a:lnTo>
                <a:lnTo>
                  <a:pt x="3188988" y="2706592"/>
                </a:lnTo>
                <a:lnTo>
                  <a:pt x="3192719" y="2703961"/>
                </a:lnTo>
                <a:lnTo>
                  <a:pt x="3198218" y="2695225"/>
                </a:lnTo>
                <a:lnTo>
                  <a:pt x="3195174" y="2690911"/>
                </a:lnTo>
                <a:lnTo>
                  <a:pt x="3195483" y="2687971"/>
                </a:lnTo>
                <a:lnTo>
                  <a:pt x="3200718" y="2679675"/>
                </a:lnTo>
                <a:lnTo>
                  <a:pt x="3203888" y="2677765"/>
                </a:lnTo>
                <a:lnTo>
                  <a:pt x="3195278" y="2670302"/>
                </a:lnTo>
                <a:lnTo>
                  <a:pt x="3186215" y="2669793"/>
                </a:lnTo>
                <a:lnTo>
                  <a:pt x="3185305" y="2664616"/>
                </a:lnTo>
                <a:lnTo>
                  <a:pt x="3192136" y="2664650"/>
                </a:lnTo>
                <a:lnTo>
                  <a:pt x="3195177" y="2656055"/>
                </a:lnTo>
                <a:lnTo>
                  <a:pt x="3204371" y="2650586"/>
                </a:lnTo>
                <a:lnTo>
                  <a:pt x="3218404" y="2647602"/>
                </a:lnTo>
                <a:lnTo>
                  <a:pt x="3216103" y="2644648"/>
                </a:lnTo>
                <a:lnTo>
                  <a:pt x="3216901" y="2640016"/>
                </a:lnTo>
                <a:lnTo>
                  <a:pt x="3225433" y="2630317"/>
                </a:lnTo>
                <a:lnTo>
                  <a:pt x="3226258" y="2626635"/>
                </a:lnTo>
                <a:lnTo>
                  <a:pt x="3221115" y="2623446"/>
                </a:lnTo>
                <a:lnTo>
                  <a:pt x="3213601" y="2621711"/>
                </a:lnTo>
                <a:lnTo>
                  <a:pt x="3212056" y="2619587"/>
                </a:lnTo>
                <a:lnTo>
                  <a:pt x="3198579" y="2618311"/>
                </a:lnTo>
                <a:lnTo>
                  <a:pt x="3197852" y="2612676"/>
                </a:lnTo>
                <a:lnTo>
                  <a:pt x="3203838" y="2603966"/>
                </a:lnTo>
                <a:lnTo>
                  <a:pt x="3203808" y="2600220"/>
                </a:lnTo>
                <a:lnTo>
                  <a:pt x="3200767" y="2595398"/>
                </a:lnTo>
                <a:lnTo>
                  <a:pt x="3204642" y="2589556"/>
                </a:lnTo>
                <a:lnTo>
                  <a:pt x="3201436" y="2582652"/>
                </a:lnTo>
                <a:lnTo>
                  <a:pt x="3194574" y="2580718"/>
                </a:lnTo>
                <a:lnTo>
                  <a:pt x="3171043" y="2584475"/>
                </a:lnTo>
                <a:lnTo>
                  <a:pt x="3164686" y="2581690"/>
                </a:lnTo>
                <a:lnTo>
                  <a:pt x="3163292" y="2578643"/>
                </a:lnTo>
                <a:lnTo>
                  <a:pt x="3147857" y="2573018"/>
                </a:lnTo>
                <a:lnTo>
                  <a:pt x="3146637" y="2571002"/>
                </a:lnTo>
                <a:lnTo>
                  <a:pt x="3148419" y="2568622"/>
                </a:lnTo>
                <a:lnTo>
                  <a:pt x="3139623" y="2562551"/>
                </a:lnTo>
                <a:lnTo>
                  <a:pt x="3138299" y="2554505"/>
                </a:lnTo>
                <a:lnTo>
                  <a:pt x="3140993" y="2548731"/>
                </a:lnTo>
                <a:lnTo>
                  <a:pt x="3133938" y="2541024"/>
                </a:lnTo>
                <a:lnTo>
                  <a:pt x="3116695" y="2542154"/>
                </a:lnTo>
                <a:lnTo>
                  <a:pt x="3112732" y="2540756"/>
                </a:lnTo>
                <a:lnTo>
                  <a:pt x="3109326" y="2534424"/>
                </a:lnTo>
                <a:lnTo>
                  <a:pt x="3101394" y="2528084"/>
                </a:lnTo>
                <a:lnTo>
                  <a:pt x="3099750" y="2524901"/>
                </a:lnTo>
                <a:lnTo>
                  <a:pt x="3107565" y="2519111"/>
                </a:lnTo>
                <a:lnTo>
                  <a:pt x="3107140" y="2514040"/>
                </a:lnTo>
                <a:lnTo>
                  <a:pt x="3110455" y="2510078"/>
                </a:lnTo>
                <a:lnTo>
                  <a:pt x="3110368" y="2506138"/>
                </a:lnTo>
                <a:lnTo>
                  <a:pt x="3121865" y="2503135"/>
                </a:lnTo>
                <a:lnTo>
                  <a:pt x="3123418" y="2500890"/>
                </a:lnTo>
                <a:lnTo>
                  <a:pt x="3123007" y="2497328"/>
                </a:lnTo>
                <a:lnTo>
                  <a:pt x="3119880" y="2495255"/>
                </a:lnTo>
                <a:lnTo>
                  <a:pt x="3121973" y="2489217"/>
                </a:lnTo>
                <a:lnTo>
                  <a:pt x="3120710" y="2485458"/>
                </a:lnTo>
                <a:lnTo>
                  <a:pt x="3112780" y="2479815"/>
                </a:lnTo>
                <a:lnTo>
                  <a:pt x="3116333" y="2478315"/>
                </a:lnTo>
                <a:lnTo>
                  <a:pt x="3118258" y="2471092"/>
                </a:lnTo>
                <a:lnTo>
                  <a:pt x="3121006" y="2469214"/>
                </a:lnTo>
                <a:lnTo>
                  <a:pt x="3122848" y="2463078"/>
                </a:lnTo>
                <a:lnTo>
                  <a:pt x="3121021" y="2459539"/>
                </a:lnTo>
                <a:lnTo>
                  <a:pt x="3131717" y="2450467"/>
                </a:lnTo>
                <a:lnTo>
                  <a:pt x="3135069" y="2449964"/>
                </a:lnTo>
                <a:lnTo>
                  <a:pt x="3128602" y="2440614"/>
                </a:lnTo>
                <a:lnTo>
                  <a:pt x="3125293" y="2430091"/>
                </a:lnTo>
                <a:lnTo>
                  <a:pt x="3122787" y="2429304"/>
                </a:lnTo>
                <a:lnTo>
                  <a:pt x="3126570" y="2426603"/>
                </a:lnTo>
                <a:lnTo>
                  <a:pt x="3123742" y="2420736"/>
                </a:lnTo>
                <a:lnTo>
                  <a:pt x="3117908" y="2417936"/>
                </a:lnTo>
                <a:lnTo>
                  <a:pt x="3114432" y="2411026"/>
                </a:lnTo>
                <a:lnTo>
                  <a:pt x="3114361" y="2399342"/>
                </a:lnTo>
                <a:lnTo>
                  <a:pt x="3107244" y="2393558"/>
                </a:lnTo>
                <a:lnTo>
                  <a:pt x="3102547" y="2393763"/>
                </a:lnTo>
                <a:lnTo>
                  <a:pt x="3101423" y="2395453"/>
                </a:lnTo>
                <a:lnTo>
                  <a:pt x="3092148" y="2391591"/>
                </a:lnTo>
                <a:lnTo>
                  <a:pt x="3084646" y="2382331"/>
                </a:lnTo>
                <a:lnTo>
                  <a:pt x="3074041" y="2382035"/>
                </a:lnTo>
                <a:lnTo>
                  <a:pt x="3066264" y="2385736"/>
                </a:lnTo>
                <a:lnTo>
                  <a:pt x="3062974" y="2385145"/>
                </a:lnTo>
                <a:lnTo>
                  <a:pt x="3059829" y="2390680"/>
                </a:lnTo>
                <a:lnTo>
                  <a:pt x="3060701" y="2396361"/>
                </a:lnTo>
                <a:lnTo>
                  <a:pt x="3054637" y="2398768"/>
                </a:lnTo>
                <a:lnTo>
                  <a:pt x="3053456" y="2403128"/>
                </a:lnTo>
                <a:lnTo>
                  <a:pt x="3050367" y="2404896"/>
                </a:lnTo>
                <a:lnTo>
                  <a:pt x="3049676" y="2413849"/>
                </a:lnTo>
                <a:lnTo>
                  <a:pt x="3032211" y="2403890"/>
                </a:lnTo>
                <a:lnTo>
                  <a:pt x="3020115" y="2407955"/>
                </a:lnTo>
                <a:lnTo>
                  <a:pt x="3010390" y="2402242"/>
                </a:lnTo>
                <a:lnTo>
                  <a:pt x="3009006" y="2399787"/>
                </a:lnTo>
                <a:lnTo>
                  <a:pt x="3002777" y="2400079"/>
                </a:lnTo>
                <a:lnTo>
                  <a:pt x="2996697" y="2402833"/>
                </a:lnTo>
                <a:lnTo>
                  <a:pt x="2997879" y="2417915"/>
                </a:lnTo>
                <a:lnTo>
                  <a:pt x="2989865" y="2418102"/>
                </a:lnTo>
                <a:lnTo>
                  <a:pt x="2981325" y="2428028"/>
                </a:lnTo>
                <a:lnTo>
                  <a:pt x="2976157" y="2426160"/>
                </a:lnTo>
                <a:lnTo>
                  <a:pt x="2970015" y="2427923"/>
                </a:lnTo>
                <a:lnTo>
                  <a:pt x="2968400" y="2427395"/>
                </a:lnTo>
                <a:lnTo>
                  <a:pt x="2967426" y="2421820"/>
                </a:lnTo>
                <a:lnTo>
                  <a:pt x="2962325" y="2417434"/>
                </a:lnTo>
                <a:lnTo>
                  <a:pt x="2953773" y="2417120"/>
                </a:lnTo>
                <a:lnTo>
                  <a:pt x="2947162" y="2407607"/>
                </a:lnTo>
                <a:lnTo>
                  <a:pt x="2932337" y="2403538"/>
                </a:lnTo>
                <a:lnTo>
                  <a:pt x="2938800" y="2397678"/>
                </a:lnTo>
                <a:lnTo>
                  <a:pt x="2938876" y="2392182"/>
                </a:lnTo>
                <a:lnTo>
                  <a:pt x="2936887" y="2389511"/>
                </a:lnTo>
                <a:lnTo>
                  <a:pt x="2929285" y="2387863"/>
                </a:lnTo>
                <a:lnTo>
                  <a:pt x="2923671" y="2382462"/>
                </a:lnTo>
                <a:lnTo>
                  <a:pt x="2919783" y="2384702"/>
                </a:lnTo>
                <a:lnTo>
                  <a:pt x="2918597" y="2393217"/>
                </a:lnTo>
                <a:lnTo>
                  <a:pt x="2912048" y="2396027"/>
                </a:lnTo>
                <a:lnTo>
                  <a:pt x="2893056" y="2394359"/>
                </a:lnTo>
                <a:lnTo>
                  <a:pt x="2888500" y="2391759"/>
                </a:lnTo>
                <a:lnTo>
                  <a:pt x="2882518" y="2393135"/>
                </a:lnTo>
                <a:lnTo>
                  <a:pt x="2876498" y="2388667"/>
                </a:lnTo>
                <a:lnTo>
                  <a:pt x="2870467" y="2389218"/>
                </a:lnTo>
                <a:lnTo>
                  <a:pt x="2856060" y="2384234"/>
                </a:lnTo>
                <a:lnTo>
                  <a:pt x="2852063" y="2380264"/>
                </a:lnTo>
                <a:lnTo>
                  <a:pt x="2844325" y="2380259"/>
                </a:lnTo>
                <a:lnTo>
                  <a:pt x="2840088" y="2374774"/>
                </a:lnTo>
                <a:lnTo>
                  <a:pt x="2839492" y="2369909"/>
                </a:lnTo>
                <a:lnTo>
                  <a:pt x="2827236" y="2360581"/>
                </a:lnTo>
                <a:lnTo>
                  <a:pt x="2810918" y="2358160"/>
                </a:lnTo>
                <a:lnTo>
                  <a:pt x="2806202" y="2361639"/>
                </a:lnTo>
                <a:lnTo>
                  <a:pt x="2806200" y="2365567"/>
                </a:lnTo>
                <a:lnTo>
                  <a:pt x="2795177" y="2361438"/>
                </a:lnTo>
                <a:lnTo>
                  <a:pt x="2778440" y="2363277"/>
                </a:lnTo>
                <a:lnTo>
                  <a:pt x="2770346" y="2359493"/>
                </a:lnTo>
                <a:lnTo>
                  <a:pt x="2765265" y="2353118"/>
                </a:lnTo>
                <a:lnTo>
                  <a:pt x="2760265" y="2352058"/>
                </a:lnTo>
                <a:lnTo>
                  <a:pt x="2757897" y="2348742"/>
                </a:lnTo>
                <a:lnTo>
                  <a:pt x="2744467" y="2349443"/>
                </a:lnTo>
                <a:lnTo>
                  <a:pt x="2736329" y="2346689"/>
                </a:lnTo>
                <a:lnTo>
                  <a:pt x="2727059" y="2350927"/>
                </a:lnTo>
                <a:lnTo>
                  <a:pt x="2716622" y="2352209"/>
                </a:lnTo>
                <a:lnTo>
                  <a:pt x="2702614" y="2346570"/>
                </a:lnTo>
                <a:lnTo>
                  <a:pt x="2689538" y="2346942"/>
                </a:lnTo>
                <a:lnTo>
                  <a:pt x="2686050" y="2345802"/>
                </a:lnTo>
                <a:lnTo>
                  <a:pt x="2683158" y="2342203"/>
                </a:lnTo>
                <a:lnTo>
                  <a:pt x="2675461" y="2341385"/>
                </a:lnTo>
                <a:lnTo>
                  <a:pt x="2672452" y="2337866"/>
                </a:lnTo>
                <a:lnTo>
                  <a:pt x="2666587" y="2335617"/>
                </a:lnTo>
                <a:lnTo>
                  <a:pt x="2663827" y="2330961"/>
                </a:lnTo>
                <a:lnTo>
                  <a:pt x="2663701" y="2322622"/>
                </a:lnTo>
                <a:lnTo>
                  <a:pt x="2660850" y="2320095"/>
                </a:lnTo>
                <a:lnTo>
                  <a:pt x="2646119" y="2319530"/>
                </a:lnTo>
                <a:lnTo>
                  <a:pt x="2636942" y="2313206"/>
                </a:lnTo>
                <a:lnTo>
                  <a:pt x="2629130" y="2310583"/>
                </a:lnTo>
                <a:lnTo>
                  <a:pt x="2623038" y="2305230"/>
                </a:lnTo>
                <a:lnTo>
                  <a:pt x="2596457" y="2300707"/>
                </a:lnTo>
                <a:lnTo>
                  <a:pt x="2574366" y="2292083"/>
                </a:lnTo>
                <a:lnTo>
                  <a:pt x="2566028" y="2286222"/>
                </a:lnTo>
                <a:lnTo>
                  <a:pt x="2557336" y="2285266"/>
                </a:lnTo>
                <a:lnTo>
                  <a:pt x="2551183" y="2279870"/>
                </a:lnTo>
                <a:lnTo>
                  <a:pt x="2534828" y="2277277"/>
                </a:lnTo>
                <a:lnTo>
                  <a:pt x="2532201" y="2278911"/>
                </a:lnTo>
                <a:lnTo>
                  <a:pt x="2531767" y="2284776"/>
                </a:lnTo>
                <a:lnTo>
                  <a:pt x="2536951" y="2304542"/>
                </a:lnTo>
                <a:lnTo>
                  <a:pt x="2530894" y="2308694"/>
                </a:lnTo>
                <a:lnTo>
                  <a:pt x="2524984" y="2316521"/>
                </a:lnTo>
                <a:lnTo>
                  <a:pt x="2519067" y="2319074"/>
                </a:lnTo>
                <a:lnTo>
                  <a:pt x="2498360" y="2313580"/>
                </a:lnTo>
                <a:lnTo>
                  <a:pt x="2490904" y="2306317"/>
                </a:lnTo>
                <a:lnTo>
                  <a:pt x="2480635" y="2301832"/>
                </a:lnTo>
                <a:lnTo>
                  <a:pt x="2469392" y="2298055"/>
                </a:lnTo>
                <a:lnTo>
                  <a:pt x="2464745" y="2300194"/>
                </a:lnTo>
                <a:lnTo>
                  <a:pt x="2461255" y="2310372"/>
                </a:lnTo>
                <a:lnTo>
                  <a:pt x="2463137" y="2324718"/>
                </a:lnTo>
                <a:lnTo>
                  <a:pt x="2455964" y="2325654"/>
                </a:lnTo>
                <a:lnTo>
                  <a:pt x="2452884" y="2330408"/>
                </a:lnTo>
                <a:lnTo>
                  <a:pt x="2451740" y="2356189"/>
                </a:lnTo>
                <a:lnTo>
                  <a:pt x="2458624" y="2364503"/>
                </a:lnTo>
                <a:lnTo>
                  <a:pt x="2454120" y="2369500"/>
                </a:lnTo>
                <a:lnTo>
                  <a:pt x="2447858" y="2366689"/>
                </a:lnTo>
                <a:lnTo>
                  <a:pt x="2434350" y="2367722"/>
                </a:lnTo>
                <a:lnTo>
                  <a:pt x="2400995" y="2356567"/>
                </a:lnTo>
                <a:lnTo>
                  <a:pt x="2387813" y="2354351"/>
                </a:lnTo>
                <a:lnTo>
                  <a:pt x="2380448" y="2355864"/>
                </a:lnTo>
                <a:lnTo>
                  <a:pt x="2364793" y="2347097"/>
                </a:lnTo>
                <a:lnTo>
                  <a:pt x="2359139" y="2334508"/>
                </a:lnTo>
                <a:lnTo>
                  <a:pt x="2354764" y="2329655"/>
                </a:lnTo>
                <a:lnTo>
                  <a:pt x="2340883" y="2325806"/>
                </a:lnTo>
                <a:lnTo>
                  <a:pt x="2337139" y="2320457"/>
                </a:lnTo>
                <a:lnTo>
                  <a:pt x="2330464" y="2317584"/>
                </a:lnTo>
                <a:lnTo>
                  <a:pt x="2327949" y="2314624"/>
                </a:lnTo>
                <a:lnTo>
                  <a:pt x="2320398" y="2311314"/>
                </a:lnTo>
                <a:lnTo>
                  <a:pt x="2317689" y="2317540"/>
                </a:lnTo>
                <a:lnTo>
                  <a:pt x="2314881" y="2318315"/>
                </a:lnTo>
                <a:lnTo>
                  <a:pt x="2307467" y="2307470"/>
                </a:lnTo>
                <a:lnTo>
                  <a:pt x="2299740" y="2309327"/>
                </a:lnTo>
                <a:lnTo>
                  <a:pt x="2284583" y="2308245"/>
                </a:lnTo>
                <a:lnTo>
                  <a:pt x="2281917" y="2311437"/>
                </a:lnTo>
                <a:lnTo>
                  <a:pt x="2282555" y="2316947"/>
                </a:lnTo>
                <a:lnTo>
                  <a:pt x="2278070" y="2321738"/>
                </a:lnTo>
                <a:lnTo>
                  <a:pt x="2280732" y="2327058"/>
                </a:lnTo>
                <a:lnTo>
                  <a:pt x="2275585" y="2338071"/>
                </a:lnTo>
                <a:lnTo>
                  <a:pt x="2282712" y="2338848"/>
                </a:lnTo>
                <a:lnTo>
                  <a:pt x="2286171" y="2341681"/>
                </a:lnTo>
                <a:lnTo>
                  <a:pt x="2288856" y="2341182"/>
                </a:lnTo>
                <a:lnTo>
                  <a:pt x="2294398" y="2346687"/>
                </a:lnTo>
                <a:lnTo>
                  <a:pt x="2298639" y="2346700"/>
                </a:lnTo>
                <a:lnTo>
                  <a:pt x="2299200" y="2350972"/>
                </a:lnTo>
                <a:lnTo>
                  <a:pt x="2309427" y="2353332"/>
                </a:lnTo>
                <a:lnTo>
                  <a:pt x="2301482" y="2361792"/>
                </a:lnTo>
                <a:lnTo>
                  <a:pt x="2298514" y="2368600"/>
                </a:lnTo>
                <a:lnTo>
                  <a:pt x="2288492" y="2366852"/>
                </a:lnTo>
                <a:lnTo>
                  <a:pt x="2277554" y="2368861"/>
                </a:lnTo>
                <a:lnTo>
                  <a:pt x="2273676" y="2367890"/>
                </a:lnTo>
                <a:lnTo>
                  <a:pt x="2269195" y="2371738"/>
                </a:lnTo>
                <a:lnTo>
                  <a:pt x="2274517" y="2375652"/>
                </a:lnTo>
                <a:lnTo>
                  <a:pt x="2274025" y="2383994"/>
                </a:lnTo>
                <a:lnTo>
                  <a:pt x="2281904" y="2389333"/>
                </a:lnTo>
                <a:lnTo>
                  <a:pt x="2277778" y="2400162"/>
                </a:lnTo>
                <a:lnTo>
                  <a:pt x="2281410" y="2405241"/>
                </a:lnTo>
                <a:lnTo>
                  <a:pt x="2281647" y="2409020"/>
                </a:lnTo>
                <a:lnTo>
                  <a:pt x="2273436" y="2418321"/>
                </a:lnTo>
                <a:lnTo>
                  <a:pt x="2270513" y="2424755"/>
                </a:lnTo>
                <a:lnTo>
                  <a:pt x="2281120" y="2433451"/>
                </a:lnTo>
                <a:lnTo>
                  <a:pt x="2292159" y="2433086"/>
                </a:lnTo>
                <a:lnTo>
                  <a:pt x="2302259" y="2446563"/>
                </a:lnTo>
                <a:lnTo>
                  <a:pt x="2294769" y="2449543"/>
                </a:lnTo>
                <a:lnTo>
                  <a:pt x="2286954" y="2458563"/>
                </a:lnTo>
                <a:lnTo>
                  <a:pt x="2277026" y="2460866"/>
                </a:lnTo>
                <a:lnTo>
                  <a:pt x="2278973" y="2470317"/>
                </a:lnTo>
                <a:lnTo>
                  <a:pt x="2274282" y="2474591"/>
                </a:lnTo>
                <a:lnTo>
                  <a:pt x="2292769" y="2471539"/>
                </a:lnTo>
                <a:lnTo>
                  <a:pt x="2294375" y="2474474"/>
                </a:lnTo>
                <a:lnTo>
                  <a:pt x="2292533" y="2482606"/>
                </a:lnTo>
                <a:lnTo>
                  <a:pt x="2287037" y="2490844"/>
                </a:lnTo>
                <a:lnTo>
                  <a:pt x="2284704" y="2499003"/>
                </a:lnTo>
                <a:lnTo>
                  <a:pt x="2268511" y="2510936"/>
                </a:lnTo>
                <a:lnTo>
                  <a:pt x="2265314" y="2511541"/>
                </a:lnTo>
                <a:lnTo>
                  <a:pt x="2269573" y="2516310"/>
                </a:lnTo>
                <a:lnTo>
                  <a:pt x="2270543" y="2521163"/>
                </a:lnTo>
                <a:lnTo>
                  <a:pt x="2263283" y="2531599"/>
                </a:lnTo>
                <a:lnTo>
                  <a:pt x="2271204" y="2549584"/>
                </a:lnTo>
                <a:lnTo>
                  <a:pt x="2269140" y="2554651"/>
                </a:lnTo>
                <a:lnTo>
                  <a:pt x="2270562" y="2560996"/>
                </a:lnTo>
                <a:lnTo>
                  <a:pt x="2268924" y="2563824"/>
                </a:lnTo>
                <a:lnTo>
                  <a:pt x="2245221" y="2575183"/>
                </a:lnTo>
                <a:lnTo>
                  <a:pt x="2240475" y="2582284"/>
                </a:lnTo>
                <a:lnTo>
                  <a:pt x="2239612" y="2587668"/>
                </a:lnTo>
                <a:lnTo>
                  <a:pt x="2226367" y="2592151"/>
                </a:lnTo>
                <a:lnTo>
                  <a:pt x="2224237" y="2594919"/>
                </a:lnTo>
                <a:lnTo>
                  <a:pt x="2216450" y="2597852"/>
                </a:lnTo>
                <a:lnTo>
                  <a:pt x="2196917" y="2618853"/>
                </a:lnTo>
                <a:lnTo>
                  <a:pt x="2194589" y="2627409"/>
                </a:lnTo>
                <a:lnTo>
                  <a:pt x="2176439" y="2628899"/>
                </a:lnTo>
                <a:lnTo>
                  <a:pt x="2167890" y="2623166"/>
                </a:lnTo>
                <a:lnTo>
                  <a:pt x="2167481" y="2617660"/>
                </a:lnTo>
                <a:lnTo>
                  <a:pt x="2162382" y="2614261"/>
                </a:lnTo>
                <a:lnTo>
                  <a:pt x="2160795" y="2615525"/>
                </a:lnTo>
                <a:lnTo>
                  <a:pt x="2160857" y="2620120"/>
                </a:lnTo>
                <a:lnTo>
                  <a:pt x="2146060" y="2621982"/>
                </a:lnTo>
                <a:lnTo>
                  <a:pt x="2141137" y="2625296"/>
                </a:lnTo>
                <a:lnTo>
                  <a:pt x="2124822" y="2624888"/>
                </a:lnTo>
                <a:lnTo>
                  <a:pt x="2115087" y="2628702"/>
                </a:lnTo>
                <a:lnTo>
                  <a:pt x="2107132" y="2629702"/>
                </a:lnTo>
                <a:lnTo>
                  <a:pt x="2104963" y="2635366"/>
                </a:lnTo>
                <a:lnTo>
                  <a:pt x="2106028" y="2638680"/>
                </a:lnTo>
                <a:lnTo>
                  <a:pt x="2114679" y="2647737"/>
                </a:lnTo>
                <a:lnTo>
                  <a:pt x="2124010" y="2651100"/>
                </a:lnTo>
                <a:lnTo>
                  <a:pt x="2131465" y="2661351"/>
                </a:lnTo>
                <a:lnTo>
                  <a:pt x="2135996" y="2663389"/>
                </a:lnTo>
                <a:lnTo>
                  <a:pt x="2139164" y="2671960"/>
                </a:lnTo>
                <a:lnTo>
                  <a:pt x="2145409" y="2675868"/>
                </a:lnTo>
                <a:lnTo>
                  <a:pt x="2142784" y="2682708"/>
                </a:lnTo>
                <a:lnTo>
                  <a:pt x="2139161" y="2684671"/>
                </a:lnTo>
                <a:lnTo>
                  <a:pt x="2143883" y="2697003"/>
                </a:lnTo>
                <a:lnTo>
                  <a:pt x="2141453" y="2704711"/>
                </a:lnTo>
                <a:lnTo>
                  <a:pt x="2143597" y="2710670"/>
                </a:lnTo>
                <a:lnTo>
                  <a:pt x="2140057" y="2716449"/>
                </a:lnTo>
                <a:lnTo>
                  <a:pt x="2144314" y="2721234"/>
                </a:lnTo>
                <a:lnTo>
                  <a:pt x="2142063" y="2722988"/>
                </a:lnTo>
                <a:lnTo>
                  <a:pt x="2141839" y="2726734"/>
                </a:lnTo>
                <a:lnTo>
                  <a:pt x="2132698" y="2731218"/>
                </a:lnTo>
                <a:lnTo>
                  <a:pt x="2131251" y="2737615"/>
                </a:lnTo>
                <a:lnTo>
                  <a:pt x="2126635" y="2739544"/>
                </a:lnTo>
                <a:lnTo>
                  <a:pt x="2126161" y="2744809"/>
                </a:lnTo>
                <a:lnTo>
                  <a:pt x="2122893" y="2748562"/>
                </a:lnTo>
                <a:lnTo>
                  <a:pt x="2123512" y="2755960"/>
                </a:lnTo>
                <a:lnTo>
                  <a:pt x="2114088" y="2758242"/>
                </a:lnTo>
                <a:lnTo>
                  <a:pt x="2111772" y="2762312"/>
                </a:lnTo>
                <a:lnTo>
                  <a:pt x="2097586" y="2763887"/>
                </a:lnTo>
                <a:lnTo>
                  <a:pt x="2082661" y="2772010"/>
                </a:lnTo>
                <a:lnTo>
                  <a:pt x="2101422" y="2781714"/>
                </a:lnTo>
                <a:lnTo>
                  <a:pt x="2101880" y="2786407"/>
                </a:lnTo>
                <a:lnTo>
                  <a:pt x="2092132" y="2796510"/>
                </a:lnTo>
                <a:lnTo>
                  <a:pt x="2085694" y="2794897"/>
                </a:lnTo>
                <a:lnTo>
                  <a:pt x="2076207" y="2800638"/>
                </a:lnTo>
                <a:lnTo>
                  <a:pt x="2059137" y="2801154"/>
                </a:lnTo>
                <a:lnTo>
                  <a:pt x="2055290" y="2793152"/>
                </a:lnTo>
                <a:lnTo>
                  <a:pt x="2051141" y="2791271"/>
                </a:lnTo>
                <a:lnTo>
                  <a:pt x="2047112" y="2785141"/>
                </a:lnTo>
                <a:lnTo>
                  <a:pt x="2032547" y="2782596"/>
                </a:lnTo>
                <a:lnTo>
                  <a:pt x="2020423" y="2796797"/>
                </a:lnTo>
                <a:lnTo>
                  <a:pt x="2011897" y="2791878"/>
                </a:lnTo>
                <a:lnTo>
                  <a:pt x="2004299" y="2792636"/>
                </a:lnTo>
                <a:lnTo>
                  <a:pt x="1994946" y="2797380"/>
                </a:lnTo>
                <a:lnTo>
                  <a:pt x="1987111" y="2795045"/>
                </a:lnTo>
                <a:lnTo>
                  <a:pt x="1978491" y="2796031"/>
                </a:lnTo>
                <a:lnTo>
                  <a:pt x="1972440" y="2790486"/>
                </a:lnTo>
                <a:lnTo>
                  <a:pt x="1959778" y="2790752"/>
                </a:lnTo>
                <a:lnTo>
                  <a:pt x="1948690" y="2785767"/>
                </a:lnTo>
                <a:lnTo>
                  <a:pt x="1946537" y="2775922"/>
                </a:lnTo>
                <a:lnTo>
                  <a:pt x="1941836" y="2769098"/>
                </a:lnTo>
                <a:lnTo>
                  <a:pt x="1933096" y="2767404"/>
                </a:lnTo>
                <a:lnTo>
                  <a:pt x="1929441" y="2762725"/>
                </a:lnTo>
                <a:lnTo>
                  <a:pt x="1928239" y="2757020"/>
                </a:lnTo>
                <a:lnTo>
                  <a:pt x="1919463" y="2753067"/>
                </a:lnTo>
                <a:lnTo>
                  <a:pt x="1909637" y="2745293"/>
                </a:lnTo>
                <a:lnTo>
                  <a:pt x="1919097" y="2732844"/>
                </a:lnTo>
                <a:lnTo>
                  <a:pt x="1921359" y="2720776"/>
                </a:lnTo>
                <a:lnTo>
                  <a:pt x="1928913" y="2717203"/>
                </a:lnTo>
                <a:lnTo>
                  <a:pt x="1927650" y="2715475"/>
                </a:lnTo>
                <a:lnTo>
                  <a:pt x="1930696" y="2707270"/>
                </a:lnTo>
                <a:lnTo>
                  <a:pt x="1922714" y="2694203"/>
                </a:lnTo>
                <a:lnTo>
                  <a:pt x="1918399" y="2690767"/>
                </a:lnTo>
                <a:lnTo>
                  <a:pt x="1914071" y="2689816"/>
                </a:lnTo>
                <a:lnTo>
                  <a:pt x="1905091" y="2692001"/>
                </a:lnTo>
                <a:lnTo>
                  <a:pt x="1898297" y="2690302"/>
                </a:lnTo>
                <a:lnTo>
                  <a:pt x="1902060" y="2682790"/>
                </a:lnTo>
                <a:lnTo>
                  <a:pt x="1902102" y="2670694"/>
                </a:lnTo>
                <a:lnTo>
                  <a:pt x="1894720" y="2661426"/>
                </a:lnTo>
                <a:lnTo>
                  <a:pt x="1900116" y="2648211"/>
                </a:lnTo>
                <a:lnTo>
                  <a:pt x="1898888" y="2641596"/>
                </a:lnTo>
                <a:lnTo>
                  <a:pt x="1900392" y="2633190"/>
                </a:lnTo>
                <a:lnTo>
                  <a:pt x="1893673" y="2625433"/>
                </a:lnTo>
                <a:lnTo>
                  <a:pt x="1877988" y="2620797"/>
                </a:lnTo>
                <a:lnTo>
                  <a:pt x="1875012" y="2610061"/>
                </a:lnTo>
                <a:lnTo>
                  <a:pt x="1869553" y="2607563"/>
                </a:lnTo>
                <a:lnTo>
                  <a:pt x="1868594" y="2603379"/>
                </a:lnTo>
                <a:lnTo>
                  <a:pt x="1863352" y="2596781"/>
                </a:lnTo>
                <a:lnTo>
                  <a:pt x="1854110" y="2594827"/>
                </a:lnTo>
                <a:lnTo>
                  <a:pt x="1852452" y="2579336"/>
                </a:lnTo>
                <a:lnTo>
                  <a:pt x="1841943" y="2575350"/>
                </a:lnTo>
                <a:lnTo>
                  <a:pt x="1843913" y="2573602"/>
                </a:lnTo>
                <a:lnTo>
                  <a:pt x="1842722" y="2569933"/>
                </a:lnTo>
                <a:lnTo>
                  <a:pt x="1852867" y="2566451"/>
                </a:lnTo>
                <a:lnTo>
                  <a:pt x="1856215" y="2562708"/>
                </a:lnTo>
                <a:lnTo>
                  <a:pt x="1855072" y="2558456"/>
                </a:lnTo>
                <a:lnTo>
                  <a:pt x="1849705" y="2553414"/>
                </a:lnTo>
                <a:lnTo>
                  <a:pt x="1836715" y="2548251"/>
                </a:lnTo>
                <a:lnTo>
                  <a:pt x="1837011" y="2541094"/>
                </a:lnTo>
                <a:lnTo>
                  <a:pt x="1832766" y="2539731"/>
                </a:lnTo>
                <a:lnTo>
                  <a:pt x="1838249" y="2526580"/>
                </a:lnTo>
                <a:lnTo>
                  <a:pt x="1836613" y="2520414"/>
                </a:lnTo>
                <a:lnTo>
                  <a:pt x="1840045" y="2512919"/>
                </a:lnTo>
                <a:lnTo>
                  <a:pt x="1829103" y="2511028"/>
                </a:lnTo>
                <a:lnTo>
                  <a:pt x="1826094" y="2507482"/>
                </a:lnTo>
                <a:lnTo>
                  <a:pt x="1811804" y="2503888"/>
                </a:lnTo>
                <a:lnTo>
                  <a:pt x="1812948" y="2498135"/>
                </a:lnTo>
                <a:lnTo>
                  <a:pt x="1808556" y="2494065"/>
                </a:lnTo>
                <a:lnTo>
                  <a:pt x="1789794" y="2487516"/>
                </a:lnTo>
                <a:lnTo>
                  <a:pt x="1784701" y="2490700"/>
                </a:lnTo>
                <a:lnTo>
                  <a:pt x="1775995" y="2488541"/>
                </a:lnTo>
                <a:lnTo>
                  <a:pt x="1774487" y="2485176"/>
                </a:lnTo>
                <a:lnTo>
                  <a:pt x="1763988" y="2486178"/>
                </a:lnTo>
                <a:lnTo>
                  <a:pt x="1745952" y="2484706"/>
                </a:lnTo>
                <a:lnTo>
                  <a:pt x="1731609" y="2488941"/>
                </a:lnTo>
                <a:lnTo>
                  <a:pt x="1726389" y="2494287"/>
                </a:lnTo>
                <a:lnTo>
                  <a:pt x="1715100" y="2484854"/>
                </a:lnTo>
                <a:lnTo>
                  <a:pt x="1715799" y="2480647"/>
                </a:lnTo>
                <a:lnTo>
                  <a:pt x="1720761" y="2478155"/>
                </a:lnTo>
                <a:lnTo>
                  <a:pt x="1720447" y="2474960"/>
                </a:lnTo>
                <a:lnTo>
                  <a:pt x="1714377" y="2468705"/>
                </a:lnTo>
                <a:lnTo>
                  <a:pt x="1700533" y="2462633"/>
                </a:lnTo>
                <a:lnTo>
                  <a:pt x="1692044" y="2452527"/>
                </a:lnTo>
                <a:lnTo>
                  <a:pt x="1687583" y="2449756"/>
                </a:lnTo>
                <a:lnTo>
                  <a:pt x="1676896" y="2447547"/>
                </a:lnTo>
                <a:lnTo>
                  <a:pt x="1667041" y="2449889"/>
                </a:lnTo>
                <a:lnTo>
                  <a:pt x="1653634" y="2448092"/>
                </a:lnTo>
                <a:lnTo>
                  <a:pt x="1651104" y="2441318"/>
                </a:lnTo>
                <a:lnTo>
                  <a:pt x="1645851" y="2438727"/>
                </a:lnTo>
                <a:lnTo>
                  <a:pt x="1639959" y="2432042"/>
                </a:lnTo>
                <a:lnTo>
                  <a:pt x="1620193" y="2428458"/>
                </a:lnTo>
                <a:lnTo>
                  <a:pt x="1606666" y="2432738"/>
                </a:lnTo>
                <a:lnTo>
                  <a:pt x="1596757" y="2430954"/>
                </a:lnTo>
                <a:lnTo>
                  <a:pt x="1590847" y="2425929"/>
                </a:lnTo>
                <a:lnTo>
                  <a:pt x="1588376" y="2420821"/>
                </a:lnTo>
                <a:lnTo>
                  <a:pt x="1568777" y="2419812"/>
                </a:lnTo>
                <a:lnTo>
                  <a:pt x="1567274" y="2416218"/>
                </a:lnTo>
                <a:lnTo>
                  <a:pt x="1569251" y="2409433"/>
                </a:lnTo>
                <a:lnTo>
                  <a:pt x="1555336" y="2402383"/>
                </a:lnTo>
                <a:lnTo>
                  <a:pt x="1549643" y="2397089"/>
                </a:lnTo>
                <a:lnTo>
                  <a:pt x="1547650" y="2392537"/>
                </a:lnTo>
                <a:lnTo>
                  <a:pt x="1550340" y="2384139"/>
                </a:lnTo>
                <a:lnTo>
                  <a:pt x="1542101" y="2382651"/>
                </a:lnTo>
                <a:lnTo>
                  <a:pt x="1537337" y="2374392"/>
                </a:lnTo>
                <a:lnTo>
                  <a:pt x="1533364" y="2370300"/>
                </a:lnTo>
                <a:lnTo>
                  <a:pt x="1528075" y="2368137"/>
                </a:lnTo>
                <a:lnTo>
                  <a:pt x="1525149" y="2362844"/>
                </a:lnTo>
                <a:lnTo>
                  <a:pt x="1521578" y="2363625"/>
                </a:lnTo>
                <a:lnTo>
                  <a:pt x="1517247" y="2358445"/>
                </a:lnTo>
                <a:lnTo>
                  <a:pt x="1508227" y="2353815"/>
                </a:lnTo>
                <a:lnTo>
                  <a:pt x="1506000" y="2344891"/>
                </a:lnTo>
                <a:lnTo>
                  <a:pt x="1501352" y="2343456"/>
                </a:lnTo>
                <a:lnTo>
                  <a:pt x="1487925" y="2328961"/>
                </a:lnTo>
                <a:lnTo>
                  <a:pt x="1482512" y="2328585"/>
                </a:lnTo>
                <a:lnTo>
                  <a:pt x="1468111" y="2315974"/>
                </a:lnTo>
                <a:lnTo>
                  <a:pt x="1455273" y="2309033"/>
                </a:lnTo>
                <a:lnTo>
                  <a:pt x="1451171" y="2309301"/>
                </a:lnTo>
                <a:lnTo>
                  <a:pt x="1447730" y="2314826"/>
                </a:lnTo>
                <a:lnTo>
                  <a:pt x="1433708" y="2312540"/>
                </a:lnTo>
                <a:lnTo>
                  <a:pt x="1431031" y="2305714"/>
                </a:lnTo>
                <a:lnTo>
                  <a:pt x="1421690" y="2302838"/>
                </a:lnTo>
                <a:lnTo>
                  <a:pt x="1422128" y="2297164"/>
                </a:lnTo>
                <a:lnTo>
                  <a:pt x="1419673" y="2294703"/>
                </a:lnTo>
                <a:lnTo>
                  <a:pt x="1409857" y="2290056"/>
                </a:lnTo>
                <a:lnTo>
                  <a:pt x="1398750" y="2279619"/>
                </a:lnTo>
                <a:lnTo>
                  <a:pt x="1386584" y="2275999"/>
                </a:lnTo>
                <a:lnTo>
                  <a:pt x="1378219" y="2270270"/>
                </a:lnTo>
                <a:lnTo>
                  <a:pt x="1372720" y="2270604"/>
                </a:lnTo>
                <a:lnTo>
                  <a:pt x="1362755" y="2263600"/>
                </a:lnTo>
                <a:lnTo>
                  <a:pt x="1357506" y="2256979"/>
                </a:lnTo>
                <a:lnTo>
                  <a:pt x="1346038" y="2260959"/>
                </a:lnTo>
                <a:lnTo>
                  <a:pt x="1340671" y="2255856"/>
                </a:lnTo>
                <a:lnTo>
                  <a:pt x="1337270" y="2246577"/>
                </a:lnTo>
                <a:close/>
              </a:path>
            </a:pathLst>
          </a:custGeom>
          <a:solidFill xmlns:a="http://schemas.openxmlformats.org/drawingml/2006/main">
            <a:srgbClr val="E7EEEE"/>
          </a:solidFill>
          <a:ln xmlns:a="http://schemas.openxmlformats.org/drawingml/2006/main" w="9525">
            <a:solidFill>
              <a:srgbClr val="C1CED1"/>
            </a:solidFill>
          </a:ln>
        </p:spPr>
      </p:sp>
      <p:sp>
        <p:nvSpPr>
          <p:cNvPr id="5" name="">
            <a:extLst xmlns:a="http://schemas.openxmlformats.org/drawingml/2006/main">
              <a:ext uri="{FF2B5EF4-FFF2-40B4-BE49-F238E27FC236}">
                <a16:creationId xmlns:a16="http://schemas.microsoft.com/office/drawing/2014/main" id="{4C365919-026D-460D-99B3-DF51C4DA63E1}"/>
              </a:ext>
            </a:extLst>
          </p:cNvPr>
          <p:cNvSpPr>
            <a:spLocks xmlns:a="http://schemas.openxmlformats.org/drawingml/2006/main" noGrp="1"/>
          </p:cNvSpPr>
          <p:nvPr/>
        </p:nvSpPr>
        <p:spPr>
          <a:xfrm xmlns:a="http://schemas.openxmlformats.org/drawingml/2006/main">
            <a:off x="1051863" y="409876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 name="">
            <a:extLst xmlns:a="http://schemas.openxmlformats.org/drawingml/2006/main">
              <a:ext uri="{FF2B5EF4-FFF2-40B4-BE49-F238E27FC236}">
                <a16:creationId xmlns:a16="http://schemas.microsoft.com/office/drawing/2014/main" id="{86A49F13-5898-4E17-9DF1-5B81A25ADC82}"/>
              </a:ext>
            </a:extLst>
          </p:cNvPr>
          <p:cNvSpPr>
            <a:spLocks xmlns:a="http://schemas.openxmlformats.org/drawingml/2006/main" noGrp="1"/>
          </p:cNvSpPr>
          <p:nvPr/>
        </p:nvSpPr>
        <p:spPr>
          <a:xfrm xmlns:a="http://schemas.openxmlformats.org/drawingml/2006/main">
            <a:off x="6541738" y="631754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 name="">
            <a:extLst xmlns:a="http://schemas.openxmlformats.org/drawingml/2006/main">
              <a:ext uri="{FF2B5EF4-FFF2-40B4-BE49-F238E27FC236}">
                <a16:creationId xmlns:a16="http://schemas.microsoft.com/office/drawing/2014/main" id="{524EF399-A51C-4AE2-8643-D9D36C6042AD}"/>
              </a:ext>
            </a:extLst>
          </p:cNvPr>
          <p:cNvSpPr>
            <a:spLocks xmlns:a="http://schemas.openxmlformats.org/drawingml/2006/main" noGrp="1"/>
          </p:cNvSpPr>
          <p:nvPr/>
        </p:nvSpPr>
        <p:spPr>
          <a:xfrm xmlns:a="http://schemas.openxmlformats.org/drawingml/2006/main">
            <a:off x="7091633" y="60795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 name="">
            <a:extLst xmlns:a="http://schemas.openxmlformats.org/drawingml/2006/main">
              <a:ext uri="{FF2B5EF4-FFF2-40B4-BE49-F238E27FC236}">
                <a16:creationId xmlns:a16="http://schemas.microsoft.com/office/drawing/2014/main" id="{954A7D58-35A4-4B34-BD53-64DF46192E8B}"/>
              </a:ext>
            </a:extLst>
          </p:cNvPr>
          <p:cNvSpPr>
            <a:spLocks xmlns:a="http://schemas.openxmlformats.org/drawingml/2006/main" noGrp="1"/>
          </p:cNvSpPr>
          <p:nvPr/>
        </p:nvSpPr>
        <p:spPr>
          <a:xfrm xmlns:a="http://schemas.openxmlformats.org/drawingml/2006/main">
            <a:off x="4920240" y="491513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 name="">
            <a:extLst xmlns:a="http://schemas.openxmlformats.org/drawingml/2006/main">
              <a:ext uri="{FF2B5EF4-FFF2-40B4-BE49-F238E27FC236}">
                <a16:creationId xmlns:a16="http://schemas.microsoft.com/office/drawing/2014/main" id="{64305895-E2E0-4994-8F68-9DF8B5B91DC5}"/>
              </a:ext>
            </a:extLst>
          </p:cNvPr>
          <p:cNvSpPr>
            <a:spLocks xmlns:a="http://schemas.openxmlformats.org/drawingml/2006/main" noGrp="1"/>
          </p:cNvSpPr>
          <p:nvPr/>
        </p:nvSpPr>
        <p:spPr>
          <a:xfrm xmlns:a="http://schemas.openxmlformats.org/drawingml/2006/main">
            <a:off x="1049905" y="425207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 name="">
            <a:extLst xmlns:a="http://schemas.openxmlformats.org/drawingml/2006/main">
              <a:ext uri="{FF2B5EF4-FFF2-40B4-BE49-F238E27FC236}">
                <a16:creationId xmlns:a16="http://schemas.microsoft.com/office/drawing/2014/main" id="{6E8A3310-A8F1-49E1-9826-A0577F4245B2}"/>
              </a:ext>
            </a:extLst>
          </p:cNvPr>
          <p:cNvSpPr>
            <a:spLocks xmlns:a="http://schemas.openxmlformats.org/drawingml/2006/main" noGrp="1"/>
          </p:cNvSpPr>
          <p:nvPr/>
        </p:nvSpPr>
        <p:spPr>
          <a:xfrm xmlns:a="http://schemas.openxmlformats.org/drawingml/2006/main">
            <a:off x="4797819" y="470916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 name="">
            <a:extLst xmlns:a="http://schemas.openxmlformats.org/drawingml/2006/main">
              <a:ext uri="{FF2B5EF4-FFF2-40B4-BE49-F238E27FC236}">
                <a16:creationId xmlns:a16="http://schemas.microsoft.com/office/drawing/2014/main" id="{46BD84EC-6C2C-4AB6-810F-F72EFACBAB7E}"/>
              </a:ext>
            </a:extLst>
          </p:cNvPr>
          <p:cNvSpPr>
            <a:spLocks xmlns:a="http://schemas.openxmlformats.org/drawingml/2006/main" noGrp="1"/>
          </p:cNvSpPr>
          <p:nvPr/>
        </p:nvSpPr>
        <p:spPr>
          <a:xfrm xmlns:a="http://schemas.openxmlformats.org/drawingml/2006/main">
            <a:off x="3212782" y="521967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 name="">
            <a:extLst xmlns:a="http://schemas.openxmlformats.org/drawingml/2006/main">
              <a:ext uri="{FF2B5EF4-FFF2-40B4-BE49-F238E27FC236}">
                <a16:creationId xmlns:a16="http://schemas.microsoft.com/office/drawing/2014/main" id="{2935B2E2-74A6-4994-AE5B-AEEC7AC7ACC2}"/>
              </a:ext>
            </a:extLst>
          </p:cNvPr>
          <p:cNvSpPr>
            <a:spLocks xmlns:a="http://schemas.openxmlformats.org/drawingml/2006/main" noGrp="1"/>
          </p:cNvSpPr>
          <p:nvPr/>
        </p:nvSpPr>
        <p:spPr>
          <a:xfrm xmlns:a="http://schemas.openxmlformats.org/drawingml/2006/main">
            <a:off x="3890603" y="506555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 name="">
            <a:extLst xmlns:a="http://schemas.openxmlformats.org/drawingml/2006/main">
              <a:ext uri="{FF2B5EF4-FFF2-40B4-BE49-F238E27FC236}">
                <a16:creationId xmlns:a16="http://schemas.microsoft.com/office/drawing/2014/main" id="{5D9C3FBA-8C36-4573-9F4E-FAF8317B5FF1}"/>
              </a:ext>
            </a:extLst>
          </p:cNvPr>
          <p:cNvSpPr>
            <a:spLocks xmlns:a="http://schemas.openxmlformats.org/drawingml/2006/main" noGrp="1"/>
          </p:cNvSpPr>
          <p:nvPr/>
        </p:nvSpPr>
        <p:spPr>
          <a:xfrm xmlns:a="http://schemas.openxmlformats.org/drawingml/2006/main">
            <a:off x="2452981" y="37864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 name="">
            <a:extLst xmlns:a="http://schemas.openxmlformats.org/drawingml/2006/main">
              <a:ext uri="{FF2B5EF4-FFF2-40B4-BE49-F238E27FC236}">
                <a16:creationId xmlns:a16="http://schemas.microsoft.com/office/drawing/2014/main" id="{25FDFFD1-33FD-46B3-9C25-F9026E996425}"/>
              </a:ext>
            </a:extLst>
          </p:cNvPr>
          <p:cNvSpPr>
            <a:spLocks xmlns:a="http://schemas.openxmlformats.org/drawingml/2006/main" noGrp="1"/>
          </p:cNvSpPr>
          <p:nvPr/>
        </p:nvSpPr>
        <p:spPr>
          <a:xfrm xmlns:a="http://schemas.openxmlformats.org/drawingml/2006/main">
            <a:off x="7050165" y="590573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 name="">
            <a:extLst xmlns:a="http://schemas.openxmlformats.org/drawingml/2006/main">
              <a:ext uri="{FF2B5EF4-FFF2-40B4-BE49-F238E27FC236}">
                <a16:creationId xmlns:a16="http://schemas.microsoft.com/office/drawing/2014/main" id="{7EFCC6C7-1C52-44A2-AA4B-536CD0A43D8C}"/>
              </a:ext>
            </a:extLst>
          </p:cNvPr>
          <p:cNvSpPr>
            <a:spLocks xmlns:a="http://schemas.openxmlformats.org/drawingml/2006/main" noGrp="1"/>
          </p:cNvSpPr>
          <p:nvPr/>
        </p:nvSpPr>
        <p:spPr>
          <a:xfrm xmlns:a="http://schemas.openxmlformats.org/drawingml/2006/main">
            <a:off x="4398584" y="575264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 name="">
            <a:extLst xmlns:a="http://schemas.openxmlformats.org/drawingml/2006/main">
              <a:ext uri="{FF2B5EF4-FFF2-40B4-BE49-F238E27FC236}">
                <a16:creationId xmlns:a16="http://schemas.microsoft.com/office/drawing/2014/main" id="{AA623077-135F-462D-8F4E-17B76CAAA588}"/>
              </a:ext>
            </a:extLst>
          </p:cNvPr>
          <p:cNvSpPr>
            <a:spLocks xmlns:a="http://schemas.openxmlformats.org/drawingml/2006/main" noGrp="1"/>
          </p:cNvSpPr>
          <p:nvPr/>
        </p:nvSpPr>
        <p:spPr>
          <a:xfrm xmlns:a="http://schemas.openxmlformats.org/drawingml/2006/main">
            <a:off x="1075097" y="381032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 name="">
            <a:extLst xmlns:a="http://schemas.openxmlformats.org/drawingml/2006/main">
              <a:ext uri="{FF2B5EF4-FFF2-40B4-BE49-F238E27FC236}">
                <a16:creationId xmlns:a16="http://schemas.microsoft.com/office/drawing/2014/main" id="{8EE87D20-21C6-4488-B945-EEA44D5CA984}"/>
              </a:ext>
            </a:extLst>
          </p:cNvPr>
          <p:cNvSpPr>
            <a:spLocks xmlns:a="http://schemas.openxmlformats.org/drawingml/2006/main" noGrp="1"/>
          </p:cNvSpPr>
          <p:nvPr/>
        </p:nvSpPr>
        <p:spPr>
          <a:xfrm xmlns:a="http://schemas.openxmlformats.org/drawingml/2006/main">
            <a:off x="2741327" y="479501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 name="">
            <a:extLst xmlns:a="http://schemas.openxmlformats.org/drawingml/2006/main">
              <a:ext uri="{FF2B5EF4-FFF2-40B4-BE49-F238E27FC236}">
                <a16:creationId xmlns:a16="http://schemas.microsoft.com/office/drawing/2014/main" id="{B5131A53-411B-448C-B3F2-851E5A1A3B0B}"/>
              </a:ext>
            </a:extLst>
          </p:cNvPr>
          <p:cNvSpPr>
            <a:spLocks xmlns:a="http://schemas.openxmlformats.org/drawingml/2006/main" noGrp="1"/>
          </p:cNvSpPr>
          <p:nvPr/>
        </p:nvSpPr>
        <p:spPr>
          <a:xfrm xmlns:a="http://schemas.openxmlformats.org/drawingml/2006/main">
            <a:off x="6836475" y="559517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 name="">
            <a:extLst xmlns:a="http://schemas.openxmlformats.org/drawingml/2006/main">
              <a:ext uri="{FF2B5EF4-FFF2-40B4-BE49-F238E27FC236}">
                <a16:creationId xmlns:a16="http://schemas.microsoft.com/office/drawing/2014/main" id="{D82B3876-3333-45C6-9E27-C8791B898F84}"/>
              </a:ext>
            </a:extLst>
          </p:cNvPr>
          <p:cNvSpPr>
            <a:spLocks xmlns:a="http://schemas.openxmlformats.org/drawingml/2006/main" noGrp="1"/>
          </p:cNvSpPr>
          <p:nvPr/>
        </p:nvSpPr>
        <p:spPr>
          <a:xfrm xmlns:a="http://schemas.openxmlformats.org/drawingml/2006/main">
            <a:off x="3059239" y="514850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 name="">
            <a:extLst xmlns:a="http://schemas.openxmlformats.org/drawingml/2006/main">
              <a:ext uri="{FF2B5EF4-FFF2-40B4-BE49-F238E27FC236}">
                <a16:creationId xmlns:a16="http://schemas.microsoft.com/office/drawing/2014/main" id="{5A0DE09E-2764-46EC-8F25-9363B7E31740}"/>
              </a:ext>
            </a:extLst>
          </p:cNvPr>
          <p:cNvSpPr>
            <a:spLocks xmlns:a="http://schemas.openxmlformats.org/drawingml/2006/main" noGrp="1"/>
          </p:cNvSpPr>
          <p:nvPr/>
        </p:nvSpPr>
        <p:spPr>
          <a:xfrm xmlns:a="http://schemas.openxmlformats.org/drawingml/2006/main">
            <a:off x="5958840" y="535531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 name="">
            <a:extLst xmlns:a="http://schemas.openxmlformats.org/drawingml/2006/main">
              <a:ext uri="{FF2B5EF4-FFF2-40B4-BE49-F238E27FC236}">
                <a16:creationId xmlns:a16="http://schemas.microsoft.com/office/drawing/2014/main" id="{9E4BFC51-4529-405C-9701-00B832B3CF86}"/>
              </a:ext>
            </a:extLst>
          </p:cNvPr>
          <p:cNvSpPr>
            <a:spLocks xmlns:a="http://schemas.openxmlformats.org/drawingml/2006/main" noGrp="1"/>
          </p:cNvSpPr>
          <p:nvPr/>
        </p:nvSpPr>
        <p:spPr>
          <a:xfrm xmlns:a="http://schemas.openxmlformats.org/drawingml/2006/main">
            <a:off x="4183959" y="566124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 name="">
            <a:extLst xmlns:a="http://schemas.openxmlformats.org/drawingml/2006/main">
              <a:ext uri="{FF2B5EF4-FFF2-40B4-BE49-F238E27FC236}">
                <a16:creationId xmlns:a16="http://schemas.microsoft.com/office/drawing/2014/main" id="{CD8FD012-FE5D-4A7A-9533-6DFAE663297B}"/>
              </a:ext>
            </a:extLst>
          </p:cNvPr>
          <p:cNvSpPr>
            <a:spLocks xmlns:a="http://schemas.openxmlformats.org/drawingml/2006/main" noGrp="1"/>
          </p:cNvSpPr>
          <p:nvPr/>
        </p:nvSpPr>
        <p:spPr>
          <a:xfrm xmlns:a="http://schemas.openxmlformats.org/drawingml/2006/main">
            <a:off x="8735206" y="527627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 name="">
            <a:extLst xmlns:a="http://schemas.openxmlformats.org/drawingml/2006/main">
              <a:ext uri="{FF2B5EF4-FFF2-40B4-BE49-F238E27FC236}">
                <a16:creationId xmlns:a16="http://schemas.microsoft.com/office/drawing/2014/main" id="{51093E2B-E0DE-4E1B-9FEE-F63CB692CB84}"/>
              </a:ext>
            </a:extLst>
          </p:cNvPr>
          <p:cNvSpPr>
            <a:spLocks xmlns:a="http://schemas.openxmlformats.org/drawingml/2006/main" noGrp="1"/>
          </p:cNvSpPr>
          <p:nvPr/>
        </p:nvSpPr>
        <p:spPr>
          <a:xfrm xmlns:a="http://schemas.openxmlformats.org/drawingml/2006/main">
            <a:off x="8529217" y="679217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 name="">
            <a:extLst xmlns:a="http://schemas.openxmlformats.org/drawingml/2006/main">
              <a:ext uri="{FF2B5EF4-FFF2-40B4-BE49-F238E27FC236}">
                <a16:creationId xmlns:a16="http://schemas.microsoft.com/office/drawing/2014/main" id="{3AAD71CA-FE7C-4FB8-A8F3-15992C21F1F1}"/>
              </a:ext>
            </a:extLst>
          </p:cNvPr>
          <p:cNvSpPr>
            <a:spLocks xmlns:a="http://schemas.openxmlformats.org/drawingml/2006/main" noGrp="1"/>
          </p:cNvSpPr>
          <p:nvPr/>
        </p:nvSpPr>
        <p:spPr>
          <a:xfrm xmlns:a="http://schemas.openxmlformats.org/drawingml/2006/main">
            <a:off x="7934419" y="647134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 name="">
            <a:extLst xmlns:a="http://schemas.openxmlformats.org/drawingml/2006/main">
              <a:ext uri="{FF2B5EF4-FFF2-40B4-BE49-F238E27FC236}">
                <a16:creationId xmlns:a16="http://schemas.microsoft.com/office/drawing/2014/main" id="{8AF1F0AF-93E2-40B2-9711-A909AD3E75A4}"/>
              </a:ext>
            </a:extLst>
          </p:cNvPr>
          <p:cNvSpPr>
            <a:spLocks xmlns:a="http://schemas.openxmlformats.org/drawingml/2006/main" noGrp="1"/>
          </p:cNvSpPr>
          <p:nvPr/>
        </p:nvSpPr>
        <p:spPr>
          <a:xfrm xmlns:a="http://schemas.openxmlformats.org/drawingml/2006/main">
            <a:off x="1213115" y="40482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 name="">
            <a:extLst xmlns:a="http://schemas.openxmlformats.org/drawingml/2006/main">
              <a:ext uri="{FF2B5EF4-FFF2-40B4-BE49-F238E27FC236}">
                <a16:creationId xmlns:a16="http://schemas.microsoft.com/office/drawing/2014/main" id="{E35CD6E0-8983-4226-9866-53A7A840C2D5}"/>
              </a:ext>
            </a:extLst>
          </p:cNvPr>
          <p:cNvSpPr>
            <a:spLocks xmlns:a="http://schemas.openxmlformats.org/drawingml/2006/main" noGrp="1"/>
          </p:cNvSpPr>
          <p:nvPr/>
        </p:nvSpPr>
        <p:spPr>
          <a:xfrm xmlns:a="http://schemas.openxmlformats.org/drawingml/2006/main">
            <a:off x="7900059" y="544635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 name="">
            <a:extLst xmlns:a="http://schemas.openxmlformats.org/drawingml/2006/main">
              <a:ext uri="{FF2B5EF4-FFF2-40B4-BE49-F238E27FC236}">
                <a16:creationId xmlns:a16="http://schemas.microsoft.com/office/drawing/2014/main" id="{C36CA91F-4324-4077-8649-DC2D43571868}"/>
              </a:ext>
            </a:extLst>
          </p:cNvPr>
          <p:cNvSpPr>
            <a:spLocks xmlns:a="http://schemas.openxmlformats.org/drawingml/2006/main" noGrp="1"/>
          </p:cNvSpPr>
          <p:nvPr/>
        </p:nvSpPr>
        <p:spPr>
          <a:xfrm xmlns:a="http://schemas.openxmlformats.org/drawingml/2006/main">
            <a:off x="2433256" y="50401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 name="">
            <a:extLst xmlns:a="http://schemas.openxmlformats.org/drawingml/2006/main">
              <a:ext uri="{FF2B5EF4-FFF2-40B4-BE49-F238E27FC236}">
                <a16:creationId xmlns:a16="http://schemas.microsoft.com/office/drawing/2014/main" id="{5594FF30-D89B-4333-9A4E-C72C2F65F2F0}"/>
              </a:ext>
            </a:extLst>
          </p:cNvPr>
          <p:cNvSpPr>
            <a:spLocks xmlns:a="http://schemas.openxmlformats.org/drawingml/2006/main" noGrp="1"/>
          </p:cNvSpPr>
          <p:nvPr/>
        </p:nvSpPr>
        <p:spPr>
          <a:xfrm xmlns:a="http://schemas.openxmlformats.org/drawingml/2006/main">
            <a:off x="2662390" y="32470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9" name="">
            <a:extLst xmlns:a="http://schemas.openxmlformats.org/drawingml/2006/main">
              <a:ext uri="{FF2B5EF4-FFF2-40B4-BE49-F238E27FC236}">
                <a16:creationId xmlns:a16="http://schemas.microsoft.com/office/drawing/2014/main" id="{BDFB76A2-539E-40E3-AF10-FE2742B2B90D}"/>
              </a:ext>
            </a:extLst>
          </p:cNvPr>
          <p:cNvSpPr>
            <a:spLocks xmlns:a="http://schemas.openxmlformats.org/drawingml/2006/main" noGrp="1"/>
          </p:cNvSpPr>
          <p:nvPr/>
        </p:nvSpPr>
        <p:spPr>
          <a:xfrm xmlns:a="http://schemas.openxmlformats.org/drawingml/2006/main">
            <a:off x="7171759" y="53609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0" name="">
            <a:extLst xmlns:a="http://schemas.openxmlformats.org/drawingml/2006/main">
              <a:ext uri="{FF2B5EF4-FFF2-40B4-BE49-F238E27FC236}">
                <a16:creationId xmlns:a16="http://schemas.microsoft.com/office/drawing/2014/main" id="{3CDC4B16-2453-48F6-8B9A-641869223C0A}"/>
              </a:ext>
            </a:extLst>
          </p:cNvPr>
          <p:cNvSpPr>
            <a:spLocks xmlns:a="http://schemas.openxmlformats.org/drawingml/2006/main" noGrp="1"/>
          </p:cNvSpPr>
          <p:nvPr/>
        </p:nvSpPr>
        <p:spPr>
          <a:xfrm xmlns:a="http://schemas.openxmlformats.org/drawingml/2006/main">
            <a:off x="1554836" y="42890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1" name="">
            <a:extLst xmlns:a="http://schemas.openxmlformats.org/drawingml/2006/main">
              <a:ext uri="{FF2B5EF4-FFF2-40B4-BE49-F238E27FC236}">
                <a16:creationId xmlns:a16="http://schemas.microsoft.com/office/drawing/2014/main" id="{DC9F5E05-C67B-457B-8BEC-E02AE070B24B}"/>
              </a:ext>
            </a:extLst>
          </p:cNvPr>
          <p:cNvSpPr>
            <a:spLocks xmlns:a="http://schemas.openxmlformats.org/drawingml/2006/main" noGrp="1"/>
          </p:cNvSpPr>
          <p:nvPr/>
        </p:nvSpPr>
        <p:spPr>
          <a:xfrm xmlns:a="http://schemas.openxmlformats.org/drawingml/2006/main">
            <a:off x="892630" y="376106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2" name="">
            <a:extLst xmlns:a="http://schemas.openxmlformats.org/drawingml/2006/main">
              <a:ext uri="{FF2B5EF4-FFF2-40B4-BE49-F238E27FC236}">
                <a16:creationId xmlns:a16="http://schemas.microsoft.com/office/drawing/2014/main" id="{9CB5EEDF-3041-4CA1-914C-72D9CF404A2D}"/>
              </a:ext>
            </a:extLst>
          </p:cNvPr>
          <p:cNvSpPr>
            <a:spLocks xmlns:a="http://schemas.openxmlformats.org/drawingml/2006/main" noGrp="1"/>
          </p:cNvSpPr>
          <p:nvPr/>
        </p:nvSpPr>
        <p:spPr>
          <a:xfrm xmlns:a="http://schemas.openxmlformats.org/drawingml/2006/main">
            <a:off x="9914745" y="654590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3" name="">
            <a:extLst xmlns:a="http://schemas.openxmlformats.org/drawingml/2006/main">
              <a:ext uri="{FF2B5EF4-FFF2-40B4-BE49-F238E27FC236}">
                <a16:creationId xmlns:a16="http://schemas.microsoft.com/office/drawing/2014/main" id="{13D3F6BE-95DD-45CE-9CBC-1A59753440F0}"/>
              </a:ext>
            </a:extLst>
          </p:cNvPr>
          <p:cNvSpPr>
            <a:spLocks xmlns:a="http://schemas.openxmlformats.org/drawingml/2006/main" noGrp="1"/>
          </p:cNvSpPr>
          <p:nvPr/>
        </p:nvSpPr>
        <p:spPr>
          <a:xfrm xmlns:a="http://schemas.openxmlformats.org/drawingml/2006/main">
            <a:off x="1823809" y="456033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4" name="">
            <a:extLst xmlns:a="http://schemas.openxmlformats.org/drawingml/2006/main">
              <a:ext uri="{FF2B5EF4-FFF2-40B4-BE49-F238E27FC236}">
                <a16:creationId xmlns:a16="http://schemas.microsoft.com/office/drawing/2014/main" id="{C7D33B3C-FB50-4FD8-AB7D-823753ACB287}"/>
              </a:ext>
            </a:extLst>
          </p:cNvPr>
          <p:cNvSpPr>
            <a:spLocks xmlns:a="http://schemas.openxmlformats.org/drawingml/2006/main" noGrp="1"/>
          </p:cNvSpPr>
          <p:nvPr/>
        </p:nvSpPr>
        <p:spPr>
          <a:xfrm xmlns:a="http://schemas.openxmlformats.org/drawingml/2006/main">
            <a:off x="8573143" y="596531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5" name="">
            <a:extLst xmlns:a="http://schemas.openxmlformats.org/drawingml/2006/main">
              <a:ext uri="{FF2B5EF4-FFF2-40B4-BE49-F238E27FC236}">
                <a16:creationId xmlns:a16="http://schemas.microsoft.com/office/drawing/2014/main" id="{8AC5E3C4-BA4C-42CB-B085-5C1D3267FEDD}"/>
              </a:ext>
            </a:extLst>
          </p:cNvPr>
          <p:cNvSpPr>
            <a:spLocks xmlns:a="http://schemas.openxmlformats.org/drawingml/2006/main" noGrp="1"/>
          </p:cNvSpPr>
          <p:nvPr/>
        </p:nvSpPr>
        <p:spPr>
          <a:xfrm xmlns:a="http://schemas.openxmlformats.org/drawingml/2006/main">
            <a:off x="4938370" y="489966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6" name="">
            <a:extLst xmlns:a="http://schemas.openxmlformats.org/drawingml/2006/main">
              <a:ext uri="{FF2B5EF4-FFF2-40B4-BE49-F238E27FC236}">
                <a16:creationId xmlns:a16="http://schemas.microsoft.com/office/drawing/2014/main" id="{3AF658B4-47F1-4B11-9F85-6042A8698470}"/>
              </a:ext>
            </a:extLst>
          </p:cNvPr>
          <p:cNvSpPr>
            <a:spLocks xmlns:a="http://schemas.openxmlformats.org/drawingml/2006/main" noGrp="1"/>
          </p:cNvSpPr>
          <p:nvPr/>
        </p:nvSpPr>
        <p:spPr>
          <a:xfrm xmlns:a="http://schemas.openxmlformats.org/drawingml/2006/main">
            <a:off x="7045452" y="591883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7" name="">
            <a:extLst xmlns:a="http://schemas.openxmlformats.org/drawingml/2006/main">
              <a:ext uri="{FF2B5EF4-FFF2-40B4-BE49-F238E27FC236}">
                <a16:creationId xmlns:a16="http://schemas.microsoft.com/office/drawing/2014/main" id="{8489301B-C829-44AE-BE4E-99A9D44BA8DF}"/>
              </a:ext>
            </a:extLst>
          </p:cNvPr>
          <p:cNvSpPr>
            <a:spLocks xmlns:a="http://schemas.openxmlformats.org/drawingml/2006/main" noGrp="1"/>
          </p:cNvSpPr>
          <p:nvPr/>
        </p:nvSpPr>
        <p:spPr>
          <a:xfrm xmlns:a="http://schemas.openxmlformats.org/drawingml/2006/main">
            <a:off x="2181744" y="423995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8" name="">
            <a:extLst xmlns:a="http://schemas.openxmlformats.org/drawingml/2006/main">
              <a:ext uri="{FF2B5EF4-FFF2-40B4-BE49-F238E27FC236}">
                <a16:creationId xmlns:a16="http://schemas.microsoft.com/office/drawing/2014/main" id="{E1AE8548-B0DD-4396-BAAC-59259CC5484F}"/>
              </a:ext>
            </a:extLst>
          </p:cNvPr>
          <p:cNvSpPr>
            <a:spLocks xmlns:a="http://schemas.openxmlformats.org/drawingml/2006/main" noGrp="1"/>
          </p:cNvSpPr>
          <p:nvPr/>
        </p:nvSpPr>
        <p:spPr>
          <a:xfrm xmlns:a="http://schemas.openxmlformats.org/drawingml/2006/main">
            <a:off x="7324578" y="55795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39" name="">
            <a:extLst xmlns:a="http://schemas.openxmlformats.org/drawingml/2006/main">
              <a:ext uri="{FF2B5EF4-FFF2-40B4-BE49-F238E27FC236}">
                <a16:creationId xmlns:a16="http://schemas.microsoft.com/office/drawing/2014/main" id="{084F0790-2CFB-4998-A04B-DE9DD3D3B387}"/>
              </a:ext>
            </a:extLst>
          </p:cNvPr>
          <p:cNvSpPr>
            <a:spLocks xmlns:a="http://schemas.openxmlformats.org/drawingml/2006/main" noGrp="1"/>
          </p:cNvSpPr>
          <p:nvPr/>
        </p:nvSpPr>
        <p:spPr>
          <a:xfrm xmlns:a="http://schemas.openxmlformats.org/drawingml/2006/main">
            <a:off x="8661837" y="528176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0" name="">
            <a:extLst xmlns:a="http://schemas.openxmlformats.org/drawingml/2006/main">
              <a:ext uri="{FF2B5EF4-FFF2-40B4-BE49-F238E27FC236}">
                <a16:creationId xmlns:a16="http://schemas.microsoft.com/office/drawing/2014/main" id="{6E2E8C84-BE2F-47A4-B397-CF69DF068260}"/>
              </a:ext>
            </a:extLst>
          </p:cNvPr>
          <p:cNvSpPr>
            <a:spLocks xmlns:a="http://schemas.openxmlformats.org/drawingml/2006/main" noGrp="1"/>
          </p:cNvSpPr>
          <p:nvPr/>
        </p:nvSpPr>
        <p:spPr>
          <a:xfrm xmlns:a="http://schemas.openxmlformats.org/drawingml/2006/main">
            <a:off x="8611530" y="532402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1" name="">
            <a:extLst xmlns:a="http://schemas.openxmlformats.org/drawingml/2006/main">
              <a:ext uri="{FF2B5EF4-FFF2-40B4-BE49-F238E27FC236}">
                <a16:creationId xmlns:a16="http://schemas.microsoft.com/office/drawing/2014/main" id="{5DA979D5-772A-4F21-AD70-898AD48D0FBB}"/>
              </a:ext>
            </a:extLst>
          </p:cNvPr>
          <p:cNvSpPr>
            <a:spLocks xmlns:a="http://schemas.openxmlformats.org/drawingml/2006/main" noGrp="1"/>
          </p:cNvSpPr>
          <p:nvPr/>
        </p:nvSpPr>
        <p:spPr>
          <a:xfrm xmlns:a="http://schemas.openxmlformats.org/drawingml/2006/main">
            <a:off x="7964738" y="645120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2" name="">
            <a:extLst xmlns:a="http://schemas.openxmlformats.org/drawingml/2006/main">
              <a:ext uri="{FF2B5EF4-FFF2-40B4-BE49-F238E27FC236}">
                <a16:creationId xmlns:a16="http://schemas.microsoft.com/office/drawing/2014/main" id="{77F8E5C8-218C-4F1B-8765-62D31468EA0E}"/>
              </a:ext>
            </a:extLst>
          </p:cNvPr>
          <p:cNvSpPr>
            <a:spLocks xmlns:a="http://schemas.openxmlformats.org/drawingml/2006/main" noGrp="1"/>
          </p:cNvSpPr>
          <p:nvPr/>
        </p:nvSpPr>
        <p:spPr>
          <a:xfrm xmlns:a="http://schemas.openxmlformats.org/drawingml/2006/main">
            <a:off x="7706868" y="62641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3" name="">
            <a:extLst xmlns:a="http://schemas.openxmlformats.org/drawingml/2006/main">
              <a:ext uri="{FF2B5EF4-FFF2-40B4-BE49-F238E27FC236}">
                <a16:creationId xmlns:a16="http://schemas.microsoft.com/office/drawing/2014/main" id="{40A40E6F-A6C9-475F-A275-15351DA3EE78}"/>
              </a:ext>
            </a:extLst>
          </p:cNvPr>
          <p:cNvSpPr>
            <a:spLocks xmlns:a="http://schemas.openxmlformats.org/drawingml/2006/main" noGrp="1"/>
          </p:cNvSpPr>
          <p:nvPr/>
        </p:nvSpPr>
        <p:spPr>
          <a:xfrm xmlns:a="http://schemas.openxmlformats.org/drawingml/2006/main">
            <a:off x="5086085" y="507023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4" name="">
            <a:extLst xmlns:a="http://schemas.openxmlformats.org/drawingml/2006/main">
              <a:ext uri="{FF2B5EF4-FFF2-40B4-BE49-F238E27FC236}">
                <a16:creationId xmlns:a16="http://schemas.microsoft.com/office/drawing/2014/main" id="{9BD55110-B3ED-4D77-B36B-A52F85449F6D}"/>
              </a:ext>
            </a:extLst>
          </p:cNvPr>
          <p:cNvSpPr>
            <a:spLocks xmlns:a="http://schemas.openxmlformats.org/drawingml/2006/main" noGrp="1"/>
          </p:cNvSpPr>
          <p:nvPr/>
        </p:nvSpPr>
        <p:spPr>
          <a:xfrm xmlns:a="http://schemas.openxmlformats.org/drawingml/2006/main">
            <a:off x="5254904" y="551997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5" name="">
            <a:extLst xmlns:a="http://schemas.openxmlformats.org/drawingml/2006/main">
              <a:ext uri="{FF2B5EF4-FFF2-40B4-BE49-F238E27FC236}">
                <a16:creationId xmlns:a16="http://schemas.microsoft.com/office/drawing/2014/main" id="{F94202AA-AF04-4AA9-81FE-A0FD8A7018BF}"/>
              </a:ext>
            </a:extLst>
          </p:cNvPr>
          <p:cNvSpPr>
            <a:spLocks xmlns:a="http://schemas.openxmlformats.org/drawingml/2006/main" noGrp="1"/>
          </p:cNvSpPr>
          <p:nvPr/>
        </p:nvSpPr>
        <p:spPr>
          <a:xfrm xmlns:a="http://schemas.openxmlformats.org/drawingml/2006/main">
            <a:off x="2381712" y="404035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6" name="">
            <a:extLst xmlns:a="http://schemas.openxmlformats.org/drawingml/2006/main">
              <a:ext uri="{FF2B5EF4-FFF2-40B4-BE49-F238E27FC236}">
                <a16:creationId xmlns:a16="http://schemas.microsoft.com/office/drawing/2014/main" id="{F227252D-A79D-44E3-ABC9-04FD11350467}"/>
              </a:ext>
            </a:extLst>
          </p:cNvPr>
          <p:cNvSpPr>
            <a:spLocks xmlns:a="http://schemas.openxmlformats.org/drawingml/2006/main" noGrp="1"/>
          </p:cNvSpPr>
          <p:nvPr/>
        </p:nvSpPr>
        <p:spPr>
          <a:xfrm xmlns:a="http://schemas.openxmlformats.org/drawingml/2006/main">
            <a:off x="7556065" y="614933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7" name="">
            <a:extLst xmlns:a="http://schemas.openxmlformats.org/drawingml/2006/main">
              <a:ext uri="{FF2B5EF4-FFF2-40B4-BE49-F238E27FC236}">
                <a16:creationId xmlns:a16="http://schemas.microsoft.com/office/drawing/2014/main" id="{0F66E808-00B3-4B38-B860-61776AC50CDF}"/>
              </a:ext>
            </a:extLst>
          </p:cNvPr>
          <p:cNvSpPr>
            <a:spLocks xmlns:a="http://schemas.openxmlformats.org/drawingml/2006/main" noGrp="1"/>
          </p:cNvSpPr>
          <p:nvPr/>
        </p:nvSpPr>
        <p:spPr>
          <a:xfrm xmlns:a="http://schemas.openxmlformats.org/drawingml/2006/main">
            <a:off x="7704899" y="625287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8" name="">
            <a:extLst xmlns:a="http://schemas.openxmlformats.org/drawingml/2006/main">
              <a:ext uri="{FF2B5EF4-FFF2-40B4-BE49-F238E27FC236}">
                <a16:creationId xmlns:a16="http://schemas.microsoft.com/office/drawing/2014/main" id="{68C75A85-1BB4-418F-8ECE-1C4A0AF18C2B}"/>
              </a:ext>
            </a:extLst>
          </p:cNvPr>
          <p:cNvSpPr>
            <a:spLocks xmlns:a="http://schemas.openxmlformats.org/drawingml/2006/main" noGrp="1"/>
          </p:cNvSpPr>
          <p:nvPr/>
        </p:nvSpPr>
        <p:spPr>
          <a:xfrm xmlns:a="http://schemas.openxmlformats.org/drawingml/2006/main">
            <a:off x="5809549" y="493195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49" name="">
            <a:extLst xmlns:a="http://schemas.openxmlformats.org/drawingml/2006/main">
              <a:ext uri="{FF2B5EF4-FFF2-40B4-BE49-F238E27FC236}">
                <a16:creationId xmlns:a16="http://schemas.microsoft.com/office/drawing/2014/main" id="{4276FAAA-A532-4E2C-B0F9-7B92A236CC46}"/>
              </a:ext>
            </a:extLst>
          </p:cNvPr>
          <p:cNvSpPr>
            <a:spLocks xmlns:a="http://schemas.openxmlformats.org/drawingml/2006/main" noGrp="1"/>
          </p:cNvSpPr>
          <p:nvPr/>
        </p:nvSpPr>
        <p:spPr>
          <a:xfrm xmlns:a="http://schemas.openxmlformats.org/drawingml/2006/main">
            <a:off x="1794352" y="43679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0" name="">
            <a:extLst xmlns:a="http://schemas.openxmlformats.org/drawingml/2006/main">
              <a:ext uri="{FF2B5EF4-FFF2-40B4-BE49-F238E27FC236}">
                <a16:creationId xmlns:a16="http://schemas.microsoft.com/office/drawing/2014/main" id="{9F8D4FDC-04AB-4982-B7CE-19F9AD656093}"/>
              </a:ext>
            </a:extLst>
          </p:cNvPr>
          <p:cNvSpPr>
            <a:spLocks xmlns:a="http://schemas.openxmlformats.org/drawingml/2006/main" noGrp="1"/>
          </p:cNvSpPr>
          <p:nvPr/>
        </p:nvSpPr>
        <p:spPr>
          <a:xfrm xmlns:a="http://schemas.openxmlformats.org/drawingml/2006/main">
            <a:off x="6763540" y="636431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1" name="">
            <a:extLst xmlns:a="http://schemas.openxmlformats.org/drawingml/2006/main">
              <a:ext uri="{FF2B5EF4-FFF2-40B4-BE49-F238E27FC236}">
                <a16:creationId xmlns:a16="http://schemas.microsoft.com/office/drawing/2014/main" id="{890DE457-EAEE-4ED0-9476-94D8DC7FB0B2}"/>
              </a:ext>
            </a:extLst>
          </p:cNvPr>
          <p:cNvSpPr>
            <a:spLocks xmlns:a="http://schemas.openxmlformats.org/drawingml/2006/main" noGrp="1"/>
          </p:cNvSpPr>
          <p:nvPr/>
        </p:nvSpPr>
        <p:spPr>
          <a:xfrm xmlns:a="http://schemas.openxmlformats.org/drawingml/2006/main">
            <a:off x="5638488" y="574816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2" name="">
            <a:extLst xmlns:a="http://schemas.openxmlformats.org/drawingml/2006/main">
              <a:ext uri="{FF2B5EF4-FFF2-40B4-BE49-F238E27FC236}">
                <a16:creationId xmlns:a16="http://schemas.microsoft.com/office/drawing/2014/main" id="{4DC65158-1147-4C4E-AD74-47EF2E53910F}"/>
              </a:ext>
            </a:extLst>
          </p:cNvPr>
          <p:cNvSpPr>
            <a:spLocks xmlns:a="http://schemas.openxmlformats.org/drawingml/2006/main" noGrp="1"/>
          </p:cNvSpPr>
          <p:nvPr/>
        </p:nvSpPr>
        <p:spPr>
          <a:xfrm xmlns:a="http://schemas.openxmlformats.org/drawingml/2006/main">
            <a:off x="3925707" y="505628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3" name="">
            <a:extLst xmlns:a="http://schemas.openxmlformats.org/drawingml/2006/main">
              <a:ext uri="{FF2B5EF4-FFF2-40B4-BE49-F238E27FC236}">
                <a16:creationId xmlns:a16="http://schemas.microsoft.com/office/drawing/2014/main" id="{B4350039-F36B-4A14-A3AE-573DC26B0FEE}"/>
              </a:ext>
            </a:extLst>
          </p:cNvPr>
          <p:cNvSpPr>
            <a:spLocks xmlns:a="http://schemas.openxmlformats.org/drawingml/2006/main" noGrp="1"/>
          </p:cNvSpPr>
          <p:nvPr/>
        </p:nvSpPr>
        <p:spPr>
          <a:xfrm xmlns:a="http://schemas.openxmlformats.org/drawingml/2006/main">
            <a:off x="6491357" y="616404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4" name="">
            <a:extLst xmlns:a="http://schemas.openxmlformats.org/drawingml/2006/main">
              <a:ext uri="{FF2B5EF4-FFF2-40B4-BE49-F238E27FC236}">
                <a16:creationId xmlns:a16="http://schemas.microsoft.com/office/drawing/2014/main" id="{3EAFBD6C-9450-4632-8251-0B270AB5F2C1}"/>
              </a:ext>
            </a:extLst>
          </p:cNvPr>
          <p:cNvSpPr>
            <a:spLocks xmlns:a="http://schemas.openxmlformats.org/drawingml/2006/main" noGrp="1"/>
          </p:cNvSpPr>
          <p:nvPr/>
        </p:nvSpPr>
        <p:spPr>
          <a:xfrm xmlns:a="http://schemas.openxmlformats.org/drawingml/2006/main">
            <a:off x="1653713" y="432528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5" name="">
            <a:extLst xmlns:a="http://schemas.openxmlformats.org/drawingml/2006/main">
              <a:ext uri="{FF2B5EF4-FFF2-40B4-BE49-F238E27FC236}">
                <a16:creationId xmlns:a16="http://schemas.microsoft.com/office/drawing/2014/main" id="{E904AC18-24AE-4B8A-AC7D-73DE45971271}"/>
              </a:ext>
            </a:extLst>
          </p:cNvPr>
          <p:cNvSpPr>
            <a:spLocks xmlns:a="http://schemas.openxmlformats.org/drawingml/2006/main" noGrp="1"/>
          </p:cNvSpPr>
          <p:nvPr/>
        </p:nvSpPr>
        <p:spPr>
          <a:xfrm xmlns:a="http://schemas.openxmlformats.org/drawingml/2006/main">
            <a:off x="7907655" y="566166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6" name="">
            <a:extLst xmlns:a="http://schemas.openxmlformats.org/drawingml/2006/main">
              <a:ext uri="{FF2B5EF4-FFF2-40B4-BE49-F238E27FC236}">
                <a16:creationId xmlns:a16="http://schemas.microsoft.com/office/drawing/2014/main" id="{303397A6-4E24-4555-90C3-5E66964BE66A}"/>
              </a:ext>
            </a:extLst>
          </p:cNvPr>
          <p:cNvSpPr>
            <a:spLocks xmlns:a="http://schemas.openxmlformats.org/drawingml/2006/main" noGrp="1"/>
          </p:cNvSpPr>
          <p:nvPr/>
        </p:nvSpPr>
        <p:spPr>
          <a:xfrm xmlns:a="http://schemas.openxmlformats.org/drawingml/2006/main">
            <a:off x="6897479" y="560899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7" name="">
            <a:extLst xmlns:a="http://schemas.openxmlformats.org/drawingml/2006/main">
              <a:ext uri="{FF2B5EF4-FFF2-40B4-BE49-F238E27FC236}">
                <a16:creationId xmlns:a16="http://schemas.microsoft.com/office/drawing/2014/main" id="{C2B5AF1A-6650-4338-9421-9791ACBC94A1}"/>
              </a:ext>
            </a:extLst>
          </p:cNvPr>
          <p:cNvSpPr>
            <a:spLocks xmlns:a="http://schemas.openxmlformats.org/drawingml/2006/main" noGrp="1"/>
          </p:cNvSpPr>
          <p:nvPr/>
        </p:nvSpPr>
        <p:spPr>
          <a:xfrm xmlns:a="http://schemas.openxmlformats.org/drawingml/2006/main">
            <a:off x="5624036" y="519207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8" name="">
            <a:extLst xmlns:a="http://schemas.openxmlformats.org/drawingml/2006/main">
              <a:ext uri="{FF2B5EF4-FFF2-40B4-BE49-F238E27FC236}">
                <a16:creationId xmlns:a16="http://schemas.microsoft.com/office/drawing/2014/main" id="{FF247FB1-A3F7-4B08-8AC2-070BA7EE0144}"/>
              </a:ext>
            </a:extLst>
          </p:cNvPr>
          <p:cNvSpPr>
            <a:spLocks xmlns:a="http://schemas.openxmlformats.org/drawingml/2006/main" noGrp="1"/>
          </p:cNvSpPr>
          <p:nvPr/>
        </p:nvSpPr>
        <p:spPr>
          <a:xfrm xmlns:a="http://schemas.openxmlformats.org/drawingml/2006/main">
            <a:off x="5282548" y="46884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59" name="">
            <a:extLst xmlns:a="http://schemas.openxmlformats.org/drawingml/2006/main">
              <a:ext uri="{FF2B5EF4-FFF2-40B4-BE49-F238E27FC236}">
                <a16:creationId xmlns:a16="http://schemas.microsoft.com/office/drawing/2014/main" id="{827704FC-90D9-4939-8273-3AE0737743C2}"/>
              </a:ext>
            </a:extLst>
          </p:cNvPr>
          <p:cNvSpPr>
            <a:spLocks xmlns:a="http://schemas.openxmlformats.org/drawingml/2006/main" noGrp="1"/>
          </p:cNvSpPr>
          <p:nvPr/>
        </p:nvSpPr>
        <p:spPr>
          <a:xfrm xmlns:a="http://schemas.openxmlformats.org/drawingml/2006/main">
            <a:off x="3292979" y="412087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0" name="">
            <a:extLst xmlns:a="http://schemas.openxmlformats.org/drawingml/2006/main">
              <a:ext uri="{FF2B5EF4-FFF2-40B4-BE49-F238E27FC236}">
                <a16:creationId xmlns:a16="http://schemas.microsoft.com/office/drawing/2014/main" id="{049C3197-89DA-482E-BA17-A8B026B325D5}"/>
              </a:ext>
            </a:extLst>
          </p:cNvPr>
          <p:cNvSpPr>
            <a:spLocks xmlns:a="http://schemas.openxmlformats.org/drawingml/2006/main" noGrp="1"/>
          </p:cNvSpPr>
          <p:nvPr/>
        </p:nvSpPr>
        <p:spPr>
          <a:xfrm xmlns:a="http://schemas.openxmlformats.org/drawingml/2006/main">
            <a:off x="1082669" y="30184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1" name="">
            <a:extLst xmlns:a="http://schemas.openxmlformats.org/drawingml/2006/main">
              <a:ext uri="{FF2B5EF4-FFF2-40B4-BE49-F238E27FC236}">
                <a16:creationId xmlns:a16="http://schemas.microsoft.com/office/drawing/2014/main" id="{B6AD037C-30D0-4E63-9B45-D8EE523C11A8}"/>
              </a:ext>
            </a:extLst>
          </p:cNvPr>
          <p:cNvSpPr>
            <a:spLocks xmlns:a="http://schemas.openxmlformats.org/drawingml/2006/main" noGrp="1"/>
          </p:cNvSpPr>
          <p:nvPr/>
        </p:nvSpPr>
        <p:spPr>
          <a:xfrm xmlns:a="http://schemas.openxmlformats.org/drawingml/2006/main">
            <a:off x="707010" y="403114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2" name="">
            <a:extLst xmlns:a="http://schemas.openxmlformats.org/drawingml/2006/main">
              <a:ext uri="{FF2B5EF4-FFF2-40B4-BE49-F238E27FC236}">
                <a16:creationId xmlns:a16="http://schemas.microsoft.com/office/drawing/2014/main" id="{68FF4C56-E9BD-4A00-9C53-1B2182E039FC}"/>
              </a:ext>
            </a:extLst>
          </p:cNvPr>
          <p:cNvSpPr>
            <a:spLocks xmlns:a="http://schemas.openxmlformats.org/drawingml/2006/main" noGrp="1"/>
          </p:cNvSpPr>
          <p:nvPr/>
        </p:nvSpPr>
        <p:spPr>
          <a:xfrm xmlns:a="http://schemas.openxmlformats.org/drawingml/2006/main">
            <a:off x="7565718" y="636675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3" name="">
            <a:extLst xmlns:a="http://schemas.openxmlformats.org/drawingml/2006/main">
              <a:ext uri="{FF2B5EF4-FFF2-40B4-BE49-F238E27FC236}">
                <a16:creationId xmlns:a16="http://schemas.microsoft.com/office/drawing/2014/main" id="{0CD62D80-DE53-43D0-91C6-519CFCEC7716}"/>
              </a:ext>
            </a:extLst>
          </p:cNvPr>
          <p:cNvSpPr>
            <a:spLocks xmlns:a="http://schemas.openxmlformats.org/drawingml/2006/main" noGrp="1"/>
          </p:cNvSpPr>
          <p:nvPr/>
        </p:nvSpPr>
        <p:spPr>
          <a:xfrm xmlns:a="http://schemas.openxmlformats.org/drawingml/2006/main">
            <a:off x="1415148" y="35994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4" name="">
            <a:extLst xmlns:a="http://schemas.openxmlformats.org/drawingml/2006/main">
              <a:ext uri="{FF2B5EF4-FFF2-40B4-BE49-F238E27FC236}">
                <a16:creationId xmlns:a16="http://schemas.microsoft.com/office/drawing/2014/main" id="{BEAC6D19-3D26-4086-9E98-C1330C1E3EF1}"/>
              </a:ext>
            </a:extLst>
          </p:cNvPr>
          <p:cNvSpPr>
            <a:spLocks xmlns:a="http://schemas.openxmlformats.org/drawingml/2006/main" noGrp="1"/>
          </p:cNvSpPr>
          <p:nvPr/>
        </p:nvSpPr>
        <p:spPr>
          <a:xfrm xmlns:a="http://schemas.openxmlformats.org/drawingml/2006/main">
            <a:off x="7938364" y="53709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5" name="">
            <a:extLst xmlns:a="http://schemas.openxmlformats.org/drawingml/2006/main">
              <a:ext uri="{FF2B5EF4-FFF2-40B4-BE49-F238E27FC236}">
                <a16:creationId xmlns:a16="http://schemas.microsoft.com/office/drawing/2014/main" id="{650C250E-156E-42D0-9D85-92F9B581C23E}"/>
              </a:ext>
            </a:extLst>
          </p:cNvPr>
          <p:cNvSpPr>
            <a:spLocks xmlns:a="http://schemas.openxmlformats.org/drawingml/2006/main" noGrp="1"/>
          </p:cNvSpPr>
          <p:nvPr/>
        </p:nvSpPr>
        <p:spPr>
          <a:xfrm xmlns:a="http://schemas.openxmlformats.org/drawingml/2006/main">
            <a:off x="4790354" y="510301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6" name="">
            <a:extLst xmlns:a="http://schemas.openxmlformats.org/drawingml/2006/main">
              <a:ext uri="{FF2B5EF4-FFF2-40B4-BE49-F238E27FC236}">
                <a16:creationId xmlns:a16="http://schemas.microsoft.com/office/drawing/2014/main" id="{6241D9F1-055C-4782-ACD6-4A72A63BD808}"/>
              </a:ext>
            </a:extLst>
          </p:cNvPr>
          <p:cNvSpPr>
            <a:spLocks xmlns:a="http://schemas.openxmlformats.org/drawingml/2006/main" noGrp="1"/>
          </p:cNvSpPr>
          <p:nvPr/>
        </p:nvSpPr>
        <p:spPr>
          <a:xfrm xmlns:a="http://schemas.openxmlformats.org/drawingml/2006/main">
            <a:off x="8349807" y="660527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7" name="">
            <a:extLst xmlns:a="http://schemas.openxmlformats.org/drawingml/2006/main">
              <a:ext uri="{FF2B5EF4-FFF2-40B4-BE49-F238E27FC236}">
                <a16:creationId xmlns:a16="http://schemas.microsoft.com/office/drawing/2014/main" id="{D1273D51-2E0B-4B6C-A5BF-969DFB99AE9C}"/>
              </a:ext>
            </a:extLst>
          </p:cNvPr>
          <p:cNvSpPr>
            <a:spLocks xmlns:a="http://schemas.openxmlformats.org/drawingml/2006/main" noGrp="1"/>
          </p:cNvSpPr>
          <p:nvPr/>
        </p:nvSpPr>
        <p:spPr>
          <a:xfrm xmlns:a="http://schemas.openxmlformats.org/drawingml/2006/main">
            <a:off x="2096707" y="462273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8" name="">
            <a:extLst xmlns:a="http://schemas.openxmlformats.org/drawingml/2006/main">
              <a:ext uri="{FF2B5EF4-FFF2-40B4-BE49-F238E27FC236}">
                <a16:creationId xmlns:a16="http://schemas.microsoft.com/office/drawing/2014/main" id="{9FBE9BD1-C491-4584-8271-5F30A0950CAF}"/>
              </a:ext>
            </a:extLst>
          </p:cNvPr>
          <p:cNvSpPr>
            <a:spLocks xmlns:a="http://schemas.openxmlformats.org/drawingml/2006/main" noGrp="1"/>
          </p:cNvSpPr>
          <p:nvPr/>
        </p:nvSpPr>
        <p:spPr>
          <a:xfrm xmlns:a="http://schemas.openxmlformats.org/drawingml/2006/main">
            <a:off x="9601211" y="589667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69" name="">
            <a:extLst xmlns:a="http://schemas.openxmlformats.org/drawingml/2006/main">
              <a:ext uri="{FF2B5EF4-FFF2-40B4-BE49-F238E27FC236}">
                <a16:creationId xmlns:a16="http://schemas.microsoft.com/office/drawing/2014/main" id="{038CD8C4-ABF2-48D1-A40E-59667F2E1237}"/>
              </a:ext>
            </a:extLst>
          </p:cNvPr>
          <p:cNvSpPr>
            <a:spLocks xmlns:a="http://schemas.openxmlformats.org/drawingml/2006/main" noGrp="1"/>
          </p:cNvSpPr>
          <p:nvPr/>
        </p:nvSpPr>
        <p:spPr>
          <a:xfrm xmlns:a="http://schemas.openxmlformats.org/drawingml/2006/main">
            <a:off x="9039539" y="650621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0" name="">
            <a:extLst xmlns:a="http://schemas.openxmlformats.org/drawingml/2006/main">
              <a:ext uri="{FF2B5EF4-FFF2-40B4-BE49-F238E27FC236}">
                <a16:creationId xmlns:a16="http://schemas.microsoft.com/office/drawing/2014/main" id="{5873FFE8-FCB8-4B3A-96AC-94C6EB6B0CDB}"/>
              </a:ext>
            </a:extLst>
          </p:cNvPr>
          <p:cNvSpPr>
            <a:spLocks xmlns:a="http://schemas.openxmlformats.org/drawingml/2006/main" noGrp="1"/>
          </p:cNvSpPr>
          <p:nvPr/>
        </p:nvSpPr>
        <p:spPr>
          <a:xfrm xmlns:a="http://schemas.openxmlformats.org/drawingml/2006/main">
            <a:off x="2886448" y="303752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1" name="">
            <a:extLst xmlns:a="http://schemas.openxmlformats.org/drawingml/2006/main">
              <a:ext uri="{FF2B5EF4-FFF2-40B4-BE49-F238E27FC236}">
                <a16:creationId xmlns:a16="http://schemas.microsoft.com/office/drawing/2014/main" id="{CAA9C0F1-7A64-45CC-82E2-484EC0D87E34}"/>
              </a:ext>
            </a:extLst>
          </p:cNvPr>
          <p:cNvSpPr>
            <a:spLocks xmlns:a="http://schemas.openxmlformats.org/drawingml/2006/main" noGrp="1"/>
          </p:cNvSpPr>
          <p:nvPr/>
        </p:nvSpPr>
        <p:spPr>
          <a:xfrm xmlns:a="http://schemas.openxmlformats.org/drawingml/2006/main">
            <a:off x="1197330" y="416768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2" name="">
            <a:extLst xmlns:a="http://schemas.openxmlformats.org/drawingml/2006/main">
              <a:ext uri="{FF2B5EF4-FFF2-40B4-BE49-F238E27FC236}">
                <a16:creationId xmlns:a16="http://schemas.microsoft.com/office/drawing/2014/main" id="{214555C1-674D-408E-B8DF-9EDCB44E0F96}"/>
              </a:ext>
            </a:extLst>
          </p:cNvPr>
          <p:cNvSpPr>
            <a:spLocks xmlns:a="http://schemas.openxmlformats.org/drawingml/2006/main" noGrp="1"/>
          </p:cNvSpPr>
          <p:nvPr/>
        </p:nvSpPr>
        <p:spPr>
          <a:xfrm xmlns:a="http://schemas.openxmlformats.org/drawingml/2006/main">
            <a:off x="7008378" y="542439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3" name="">
            <a:extLst xmlns:a="http://schemas.openxmlformats.org/drawingml/2006/main">
              <a:ext uri="{FF2B5EF4-FFF2-40B4-BE49-F238E27FC236}">
                <a16:creationId xmlns:a16="http://schemas.microsoft.com/office/drawing/2014/main" id="{367A8307-4CBE-409E-A391-50111F7CD1B6}"/>
              </a:ext>
            </a:extLst>
          </p:cNvPr>
          <p:cNvSpPr>
            <a:spLocks xmlns:a="http://schemas.openxmlformats.org/drawingml/2006/main" noGrp="1"/>
          </p:cNvSpPr>
          <p:nvPr/>
        </p:nvSpPr>
        <p:spPr>
          <a:xfrm xmlns:a="http://schemas.openxmlformats.org/drawingml/2006/main">
            <a:off x="6859420" y="557248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4" name="">
            <a:extLst xmlns:a="http://schemas.openxmlformats.org/drawingml/2006/main">
              <a:ext uri="{FF2B5EF4-FFF2-40B4-BE49-F238E27FC236}">
                <a16:creationId xmlns:a16="http://schemas.microsoft.com/office/drawing/2014/main" id="{E55D5680-6697-4380-BF8D-5B8BAB161FBD}"/>
              </a:ext>
            </a:extLst>
          </p:cNvPr>
          <p:cNvSpPr>
            <a:spLocks xmlns:a="http://schemas.openxmlformats.org/drawingml/2006/main" noGrp="1"/>
          </p:cNvSpPr>
          <p:nvPr/>
        </p:nvSpPr>
        <p:spPr>
          <a:xfrm xmlns:a="http://schemas.openxmlformats.org/drawingml/2006/main">
            <a:off x="5817108" y="55021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5" name="">
            <a:extLst xmlns:a="http://schemas.openxmlformats.org/drawingml/2006/main">
              <a:ext uri="{FF2B5EF4-FFF2-40B4-BE49-F238E27FC236}">
                <a16:creationId xmlns:a16="http://schemas.microsoft.com/office/drawing/2014/main" id="{466A6038-8496-4DB2-8C9A-91EDA80E0962}"/>
              </a:ext>
            </a:extLst>
          </p:cNvPr>
          <p:cNvSpPr>
            <a:spLocks xmlns:a="http://schemas.openxmlformats.org/drawingml/2006/main" noGrp="1"/>
          </p:cNvSpPr>
          <p:nvPr/>
        </p:nvSpPr>
        <p:spPr>
          <a:xfrm xmlns:a="http://schemas.openxmlformats.org/drawingml/2006/main">
            <a:off x="1797943" y="373475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6" name="">
            <a:extLst xmlns:a="http://schemas.openxmlformats.org/drawingml/2006/main">
              <a:ext uri="{FF2B5EF4-FFF2-40B4-BE49-F238E27FC236}">
                <a16:creationId xmlns:a16="http://schemas.microsoft.com/office/drawing/2014/main" id="{5591E1FB-4DC3-4E1F-AF63-5889E7B64174}"/>
              </a:ext>
            </a:extLst>
          </p:cNvPr>
          <p:cNvSpPr>
            <a:spLocks xmlns:a="http://schemas.openxmlformats.org/drawingml/2006/main" noGrp="1"/>
          </p:cNvSpPr>
          <p:nvPr/>
        </p:nvSpPr>
        <p:spPr>
          <a:xfrm xmlns:a="http://schemas.openxmlformats.org/drawingml/2006/main">
            <a:off x="6709818" y="518748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7" name="">
            <a:extLst xmlns:a="http://schemas.openxmlformats.org/drawingml/2006/main">
              <a:ext uri="{FF2B5EF4-FFF2-40B4-BE49-F238E27FC236}">
                <a16:creationId xmlns:a16="http://schemas.microsoft.com/office/drawing/2014/main" id="{73E52254-1466-4773-8AF3-A13FB16F3C59}"/>
              </a:ext>
            </a:extLst>
          </p:cNvPr>
          <p:cNvSpPr>
            <a:spLocks xmlns:a="http://schemas.openxmlformats.org/drawingml/2006/main" noGrp="1"/>
          </p:cNvSpPr>
          <p:nvPr/>
        </p:nvSpPr>
        <p:spPr>
          <a:xfrm xmlns:a="http://schemas.openxmlformats.org/drawingml/2006/main">
            <a:off x="1308849" y="31399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8" name="">
            <a:extLst xmlns:a="http://schemas.openxmlformats.org/drawingml/2006/main">
              <a:ext uri="{FF2B5EF4-FFF2-40B4-BE49-F238E27FC236}">
                <a16:creationId xmlns:a16="http://schemas.microsoft.com/office/drawing/2014/main" id="{A53B0039-47B6-4241-A417-948B302A018F}"/>
              </a:ext>
            </a:extLst>
          </p:cNvPr>
          <p:cNvSpPr>
            <a:spLocks xmlns:a="http://schemas.openxmlformats.org/drawingml/2006/main" noGrp="1"/>
          </p:cNvSpPr>
          <p:nvPr/>
        </p:nvSpPr>
        <p:spPr>
          <a:xfrm xmlns:a="http://schemas.openxmlformats.org/drawingml/2006/main">
            <a:off x="2471574" y="450875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79" name="">
            <a:extLst xmlns:a="http://schemas.openxmlformats.org/drawingml/2006/main">
              <a:ext uri="{FF2B5EF4-FFF2-40B4-BE49-F238E27FC236}">
                <a16:creationId xmlns:a16="http://schemas.microsoft.com/office/drawing/2014/main" id="{3AA11EBB-34D0-4C86-98A0-6624A8EF23BE}"/>
              </a:ext>
            </a:extLst>
          </p:cNvPr>
          <p:cNvSpPr>
            <a:spLocks xmlns:a="http://schemas.openxmlformats.org/drawingml/2006/main" noGrp="1"/>
          </p:cNvSpPr>
          <p:nvPr/>
        </p:nvSpPr>
        <p:spPr>
          <a:xfrm xmlns:a="http://schemas.openxmlformats.org/drawingml/2006/main">
            <a:off x="1841763" y="446380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0" name="">
            <a:extLst xmlns:a="http://schemas.openxmlformats.org/drawingml/2006/main">
              <a:ext uri="{FF2B5EF4-FFF2-40B4-BE49-F238E27FC236}">
                <a16:creationId xmlns:a16="http://schemas.microsoft.com/office/drawing/2014/main" id="{24A00A1D-2D2E-4F68-BDDE-DA1B019E143A}"/>
              </a:ext>
            </a:extLst>
          </p:cNvPr>
          <p:cNvSpPr>
            <a:spLocks xmlns:a="http://schemas.openxmlformats.org/drawingml/2006/main" noGrp="1"/>
          </p:cNvSpPr>
          <p:nvPr/>
        </p:nvSpPr>
        <p:spPr>
          <a:xfrm xmlns:a="http://schemas.openxmlformats.org/drawingml/2006/main">
            <a:off x="3305995" y="511531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1" name="">
            <a:extLst xmlns:a="http://schemas.openxmlformats.org/drawingml/2006/main">
              <a:ext uri="{FF2B5EF4-FFF2-40B4-BE49-F238E27FC236}">
                <a16:creationId xmlns:a16="http://schemas.microsoft.com/office/drawing/2014/main" id="{84F1EFD6-8B1A-4A9D-B326-FE0451661D4B}"/>
              </a:ext>
            </a:extLst>
          </p:cNvPr>
          <p:cNvSpPr>
            <a:spLocks xmlns:a="http://schemas.openxmlformats.org/drawingml/2006/main" noGrp="1"/>
          </p:cNvSpPr>
          <p:nvPr/>
        </p:nvSpPr>
        <p:spPr>
          <a:xfrm xmlns:a="http://schemas.openxmlformats.org/drawingml/2006/main">
            <a:off x="7685136" y="615267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2" name="">
            <a:extLst xmlns:a="http://schemas.openxmlformats.org/drawingml/2006/main">
              <a:ext uri="{FF2B5EF4-FFF2-40B4-BE49-F238E27FC236}">
                <a16:creationId xmlns:a16="http://schemas.microsoft.com/office/drawing/2014/main" id="{4396C1A2-F215-470D-8B69-EEC5C9574E79}"/>
              </a:ext>
            </a:extLst>
          </p:cNvPr>
          <p:cNvSpPr>
            <a:spLocks xmlns:a="http://schemas.openxmlformats.org/drawingml/2006/main" noGrp="1"/>
          </p:cNvSpPr>
          <p:nvPr/>
        </p:nvSpPr>
        <p:spPr>
          <a:xfrm xmlns:a="http://schemas.openxmlformats.org/drawingml/2006/main">
            <a:off x="2589846" y="491584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3" name="">
            <a:extLst xmlns:a="http://schemas.openxmlformats.org/drawingml/2006/main">
              <a:ext uri="{FF2B5EF4-FFF2-40B4-BE49-F238E27FC236}">
                <a16:creationId xmlns:a16="http://schemas.microsoft.com/office/drawing/2014/main" id="{CBDB33AC-A316-4CA5-B41C-C74179A12ADE}"/>
              </a:ext>
            </a:extLst>
          </p:cNvPr>
          <p:cNvSpPr>
            <a:spLocks xmlns:a="http://schemas.openxmlformats.org/drawingml/2006/main" noGrp="1"/>
          </p:cNvSpPr>
          <p:nvPr/>
        </p:nvSpPr>
        <p:spPr>
          <a:xfrm xmlns:a="http://schemas.openxmlformats.org/drawingml/2006/main">
            <a:off x="3989153" y="501414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4" name="">
            <a:extLst xmlns:a="http://schemas.openxmlformats.org/drawingml/2006/main">
              <a:ext uri="{FF2B5EF4-FFF2-40B4-BE49-F238E27FC236}">
                <a16:creationId xmlns:a16="http://schemas.microsoft.com/office/drawing/2014/main" id="{5D08C323-2CCF-4F08-A429-E75A6E042582}"/>
              </a:ext>
            </a:extLst>
          </p:cNvPr>
          <p:cNvSpPr>
            <a:spLocks xmlns:a="http://schemas.openxmlformats.org/drawingml/2006/main" noGrp="1"/>
          </p:cNvSpPr>
          <p:nvPr/>
        </p:nvSpPr>
        <p:spPr>
          <a:xfrm xmlns:a="http://schemas.openxmlformats.org/drawingml/2006/main">
            <a:off x="10161115" y="675186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5" name="">
            <a:extLst xmlns:a="http://schemas.openxmlformats.org/drawingml/2006/main">
              <a:ext uri="{FF2B5EF4-FFF2-40B4-BE49-F238E27FC236}">
                <a16:creationId xmlns:a16="http://schemas.microsoft.com/office/drawing/2014/main" id="{8F326846-596F-4897-97E5-73DB8C0F754B}"/>
              </a:ext>
            </a:extLst>
          </p:cNvPr>
          <p:cNvSpPr>
            <a:spLocks xmlns:a="http://schemas.openxmlformats.org/drawingml/2006/main" noGrp="1"/>
          </p:cNvSpPr>
          <p:nvPr/>
        </p:nvSpPr>
        <p:spPr>
          <a:xfrm xmlns:a="http://schemas.openxmlformats.org/drawingml/2006/main">
            <a:off x="932840" y="404488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6" name="">
            <a:extLst xmlns:a="http://schemas.openxmlformats.org/drawingml/2006/main">
              <a:ext uri="{FF2B5EF4-FFF2-40B4-BE49-F238E27FC236}">
                <a16:creationId xmlns:a16="http://schemas.microsoft.com/office/drawing/2014/main" id="{B885AE7C-1734-41A8-B607-9FE803861CB6}"/>
              </a:ext>
            </a:extLst>
          </p:cNvPr>
          <p:cNvSpPr>
            <a:spLocks xmlns:a="http://schemas.openxmlformats.org/drawingml/2006/main" noGrp="1"/>
          </p:cNvSpPr>
          <p:nvPr/>
        </p:nvSpPr>
        <p:spPr>
          <a:xfrm xmlns:a="http://schemas.openxmlformats.org/drawingml/2006/main">
            <a:off x="3661473" y="382511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7" name="">
            <a:extLst xmlns:a="http://schemas.openxmlformats.org/drawingml/2006/main">
              <a:ext uri="{FF2B5EF4-FFF2-40B4-BE49-F238E27FC236}">
                <a16:creationId xmlns:a16="http://schemas.microsoft.com/office/drawing/2014/main" id="{4352BCE6-9CCD-4769-8859-29C8A8193857}"/>
              </a:ext>
            </a:extLst>
          </p:cNvPr>
          <p:cNvSpPr>
            <a:spLocks xmlns:a="http://schemas.openxmlformats.org/drawingml/2006/main" noGrp="1"/>
          </p:cNvSpPr>
          <p:nvPr/>
        </p:nvSpPr>
        <p:spPr>
          <a:xfrm xmlns:a="http://schemas.openxmlformats.org/drawingml/2006/main">
            <a:off x="3875805" y="539242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8" name="">
            <a:extLst xmlns:a="http://schemas.openxmlformats.org/drawingml/2006/main">
              <a:ext uri="{FF2B5EF4-FFF2-40B4-BE49-F238E27FC236}">
                <a16:creationId xmlns:a16="http://schemas.microsoft.com/office/drawing/2014/main" id="{79749250-F81F-477B-A338-7DFE39388581}"/>
              </a:ext>
            </a:extLst>
          </p:cNvPr>
          <p:cNvSpPr>
            <a:spLocks xmlns:a="http://schemas.openxmlformats.org/drawingml/2006/main" noGrp="1"/>
          </p:cNvSpPr>
          <p:nvPr/>
        </p:nvSpPr>
        <p:spPr>
          <a:xfrm xmlns:a="http://schemas.openxmlformats.org/drawingml/2006/main">
            <a:off x="3022625" y="33256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89" name="">
            <a:extLst xmlns:a="http://schemas.openxmlformats.org/drawingml/2006/main">
              <a:ext uri="{FF2B5EF4-FFF2-40B4-BE49-F238E27FC236}">
                <a16:creationId xmlns:a16="http://schemas.microsoft.com/office/drawing/2014/main" id="{132BE691-8699-46AD-8F04-CB00C0B7D5E5}"/>
              </a:ext>
            </a:extLst>
          </p:cNvPr>
          <p:cNvSpPr>
            <a:spLocks xmlns:a="http://schemas.openxmlformats.org/drawingml/2006/main" noGrp="1"/>
          </p:cNvSpPr>
          <p:nvPr/>
        </p:nvSpPr>
        <p:spPr>
          <a:xfrm xmlns:a="http://schemas.openxmlformats.org/drawingml/2006/main">
            <a:off x="8125066" y="52841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0" name="">
            <a:extLst xmlns:a="http://schemas.openxmlformats.org/drawingml/2006/main">
              <a:ext uri="{FF2B5EF4-FFF2-40B4-BE49-F238E27FC236}">
                <a16:creationId xmlns:a16="http://schemas.microsoft.com/office/drawing/2014/main" id="{3F055AAE-C4C3-49BC-81E8-3A4A73BE2A34}"/>
              </a:ext>
            </a:extLst>
          </p:cNvPr>
          <p:cNvSpPr>
            <a:spLocks xmlns:a="http://schemas.openxmlformats.org/drawingml/2006/main" noGrp="1"/>
          </p:cNvSpPr>
          <p:nvPr/>
        </p:nvSpPr>
        <p:spPr>
          <a:xfrm xmlns:a="http://schemas.openxmlformats.org/drawingml/2006/main">
            <a:off x="3024988" y="33363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1" name="">
            <a:extLst xmlns:a="http://schemas.openxmlformats.org/drawingml/2006/main">
              <a:ext uri="{FF2B5EF4-FFF2-40B4-BE49-F238E27FC236}">
                <a16:creationId xmlns:a16="http://schemas.microsoft.com/office/drawing/2014/main" id="{90F2CB18-38CB-41AB-801E-ECFF6F2283B7}"/>
              </a:ext>
            </a:extLst>
          </p:cNvPr>
          <p:cNvSpPr>
            <a:spLocks xmlns:a="http://schemas.openxmlformats.org/drawingml/2006/main" noGrp="1"/>
          </p:cNvSpPr>
          <p:nvPr/>
        </p:nvSpPr>
        <p:spPr>
          <a:xfrm xmlns:a="http://schemas.openxmlformats.org/drawingml/2006/main">
            <a:off x="8466705" y="602368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2" name="">
            <a:extLst xmlns:a="http://schemas.openxmlformats.org/drawingml/2006/main">
              <a:ext uri="{FF2B5EF4-FFF2-40B4-BE49-F238E27FC236}">
                <a16:creationId xmlns:a16="http://schemas.microsoft.com/office/drawing/2014/main" id="{087A3C9E-E0D6-4821-93DA-008EEFF6EFDB}"/>
              </a:ext>
            </a:extLst>
          </p:cNvPr>
          <p:cNvSpPr>
            <a:spLocks xmlns:a="http://schemas.openxmlformats.org/drawingml/2006/main" noGrp="1"/>
          </p:cNvSpPr>
          <p:nvPr/>
        </p:nvSpPr>
        <p:spPr>
          <a:xfrm xmlns:a="http://schemas.openxmlformats.org/drawingml/2006/main">
            <a:off x="4586030" y="52149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3" name="">
            <a:extLst xmlns:a="http://schemas.openxmlformats.org/drawingml/2006/main">
              <a:ext uri="{FF2B5EF4-FFF2-40B4-BE49-F238E27FC236}">
                <a16:creationId xmlns:a16="http://schemas.microsoft.com/office/drawing/2014/main" id="{4C008E6D-39BC-437A-AA2F-72D51E25184D}"/>
              </a:ext>
            </a:extLst>
          </p:cNvPr>
          <p:cNvSpPr>
            <a:spLocks xmlns:a="http://schemas.openxmlformats.org/drawingml/2006/main" noGrp="1"/>
          </p:cNvSpPr>
          <p:nvPr/>
        </p:nvSpPr>
        <p:spPr>
          <a:xfrm xmlns:a="http://schemas.openxmlformats.org/drawingml/2006/main">
            <a:off x="7054924" y="546149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4" name="">
            <a:extLst xmlns:a="http://schemas.openxmlformats.org/drawingml/2006/main">
              <a:ext uri="{FF2B5EF4-FFF2-40B4-BE49-F238E27FC236}">
                <a16:creationId xmlns:a16="http://schemas.microsoft.com/office/drawing/2014/main" id="{5E3BC15E-00DC-448A-AF26-C087E69515B9}"/>
              </a:ext>
            </a:extLst>
          </p:cNvPr>
          <p:cNvSpPr>
            <a:spLocks xmlns:a="http://schemas.openxmlformats.org/drawingml/2006/main" noGrp="1"/>
          </p:cNvSpPr>
          <p:nvPr/>
        </p:nvSpPr>
        <p:spPr>
          <a:xfrm xmlns:a="http://schemas.openxmlformats.org/drawingml/2006/main">
            <a:off x="9430028" y="675363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5" name="">
            <a:extLst xmlns:a="http://schemas.openxmlformats.org/drawingml/2006/main">
              <a:ext uri="{FF2B5EF4-FFF2-40B4-BE49-F238E27FC236}">
                <a16:creationId xmlns:a16="http://schemas.microsoft.com/office/drawing/2014/main" id="{665C5672-7EDA-462B-9235-644B15F22B8B}"/>
              </a:ext>
            </a:extLst>
          </p:cNvPr>
          <p:cNvSpPr>
            <a:spLocks xmlns:a="http://schemas.openxmlformats.org/drawingml/2006/main" noGrp="1"/>
          </p:cNvSpPr>
          <p:nvPr/>
        </p:nvSpPr>
        <p:spPr>
          <a:xfrm xmlns:a="http://schemas.openxmlformats.org/drawingml/2006/main">
            <a:off x="2233178" y="449544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6" name="">
            <a:extLst xmlns:a="http://schemas.openxmlformats.org/drawingml/2006/main">
              <a:ext uri="{FF2B5EF4-FFF2-40B4-BE49-F238E27FC236}">
                <a16:creationId xmlns:a16="http://schemas.microsoft.com/office/drawing/2014/main" id="{6ED3AF2A-59D5-4DCA-BE6C-8779601F8061}"/>
              </a:ext>
            </a:extLst>
          </p:cNvPr>
          <p:cNvSpPr>
            <a:spLocks xmlns:a="http://schemas.openxmlformats.org/drawingml/2006/main" noGrp="1"/>
          </p:cNvSpPr>
          <p:nvPr/>
        </p:nvSpPr>
        <p:spPr>
          <a:xfrm xmlns:a="http://schemas.openxmlformats.org/drawingml/2006/main">
            <a:off x="6903366" y="549854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7" name="">
            <a:extLst xmlns:a="http://schemas.openxmlformats.org/drawingml/2006/main">
              <a:ext uri="{FF2B5EF4-FFF2-40B4-BE49-F238E27FC236}">
                <a16:creationId xmlns:a16="http://schemas.microsoft.com/office/drawing/2014/main" id="{F6654068-2C9A-4513-90F4-51EC0FAEAD05}"/>
              </a:ext>
            </a:extLst>
          </p:cNvPr>
          <p:cNvSpPr>
            <a:spLocks xmlns:a="http://schemas.openxmlformats.org/drawingml/2006/main" noGrp="1"/>
          </p:cNvSpPr>
          <p:nvPr/>
        </p:nvSpPr>
        <p:spPr>
          <a:xfrm xmlns:a="http://schemas.openxmlformats.org/drawingml/2006/main">
            <a:off x="8595673" y="692990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8" name="">
            <a:extLst xmlns:a="http://schemas.openxmlformats.org/drawingml/2006/main">
              <a:ext uri="{FF2B5EF4-FFF2-40B4-BE49-F238E27FC236}">
                <a16:creationId xmlns:a16="http://schemas.microsoft.com/office/drawing/2014/main" id="{76EA6D2D-1A26-4BFA-B2CD-E4BFE15D0838}"/>
              </a:ext>
            </a:extLst>
          </p:cNvPr>
          <p:cNvSpPr>
            <a:spLocks xmlns:a="http://schemas.openxmlformats.org/drawingml/2006/main" noGrp="1"/>
          </p:cNvSpPr>
          <p:nvPr/>
        </p:nvSpPr>
        <p:spPr>
          <a:xfrm xmlns:a="http://schemas.openxmlformats.org/drawingml/2006/main">
            <a:off x="8638756" y="64986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99" name="">
            <a:extLst xmlns:a="http://schemas.openxmlformats.org/drawingml/2006/main">
              <a:ext uri="{FF2B5EF4-FFF2-40B4-BE49-F238E27FC236}">
                <a16:creationId xmlns:a16="http://schemas.microsoft.com/office/drawing/2014/main" id="{C369DCC9-24A1-487D-A1DC-85B0D2A1D108}"/>
              </a:ext>
            </a:extLst>
          </p:cNvPr>
          <p:cNvSpPr>
            <a:spLocks xmlns:a="http://schemas.openxmlformats.org/drawingml/2006/main" noGrp="1"/>
          </p:cNvSpPr>
          <p:nvPr/>
        </p:nvSpPr>
        <p:spPr>
          <a:xfrm xmlns:a="http://schemas.openxmlformats.org/drawingml/2006/main">
            <a:off x="6359643" y="515632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0" name="">
            <a:extLst xmlns:a="http://schemas.openxmlformats.org/drawingml/2006/main">
              <a:ext uri="{FF2B5EF4-FFF2-40B4-BE49-F238E27FC236}">
                <a16:creationId xmlns:a16="http://schemas.microsoft.com/office/drawing/2014/main" id="{79CFB39F-9F2E-4A70-B60D-C8B1983F6240}"/>
              </a:ext>
            </a:extLst>
          </p:cNvPr>
          <p:cNvSpPr>
            <a:spLocks xmlns:a="http://schemas.openxmlformats.org/drawingml/2006/main" noGrp="1"/>
          </p:cNvSpPr>
          <p:nvPr/>
        </p:nvSpPr>
        <p:spPr>
          <a:xfrm xmlns:a="http://schemas.openxmlformats.org/drawingml/2006/main">
            <a:off x="7900059" y="544635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1" name="">
            <a:extLst xmlns:a="http://schemas.openxmlformats.org/drawingml/2006/main">
              <a:ext uri="{FF2B5EF4-FFF2-40B4-BE49-F238E27FC236}">
                <a16:creationId xmlns:a16="http://schemas.microsoft.com/office/drawing/2014/main" id="{7FA351C3-636F-4733-A500-1C9043B7FDFB}"/>
              </a:ext>
            </a:extLst>
          </p:cNvPr>
          <p:cNvSpPr>
            <a:spLocks xmlns:a="http://schemas.openxmlformats.org/drawingml/2006/main" noGrp="1"/>
          </p:cNvSpPr>
          <p:nvPr/>
        </p:nvSpPr>
        <p:spPr>
          <a:xfrm xmlns:a="http://schemas.openxmlformats.org/drawingml/2006/main">
            <a:off x="6836791" y="559472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2" name="">
            <a:extLst xmlns:a="http://schemas.openxmlformats.org/drawingml/2006/main">
              <a:ext uri="{FF2B5EF4-FFF2-40B4-BE49-F238E27FC236}">
                <a16:creationId xmlns:a16="http://schemas.microsoft.com/office/drawing/2014/main" id="{AD45A16B-C2D0-4945-A0AA-C248FB868472}"/>
              </a:ext>
            </a:extLst>
          </p:cNvPr>
          <p:cNvSpPr>
            <a:spLocks xmlns:a="http://schemas.openxmlformats.org/drawingml/2006/main" noGrp="1"/>
          </p:cNvSpPr>
          <p:nvPr/>
        </p:nvSpPr>
        <p:spPr>
          <a:xfrm xmlns:a="http://schemas.openxmlformats.org/drawingml/2006/main">
            <a:off x="667673" y="405267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3" name="">
            <a:extLst xmlns:a="http://schemas.openxmlformats.org/drawingml/2006/main">
              <a:ext uri="{FF2B5EF4-FFF2-40B4-BE49-F238E27FC236}">
                <a16:creationId xmlns:a16="http://schemas.microsoft.com/office/drawing/2014/main" id="{0CFCF6DD-4F9F-422C-9787-22E88E3C4EFB}"/>
              </a:ext>
            </a:extLst>
          </p:cNvPr>
          <p:cNvSpPr>
            <a:spLocks xmlns:a="http://schemas.openxmlformats.org/drawingml/2006/main" noGrp="1"/>
          </p:cNvSpPr>
          <p:nvPr/>
        </p:nvSpPr>
        <p:spPr>
          <a:xfrm xmlns:a="http://schemas.openxmlformats.org/drawingml/2006/main">
            <a:off x="8108442" y="52758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4" name="">
            <a:extLst xmlns:a="http://schemas.openxmlformats.org/drawingml/2006/main">
              <a:ext uri="{FF2B5EF4-FFF2-40B4-BE49-F238E27FC236}">
                <a16:creationId xmlns:a16="http://schemas.microsoft.com/office/drawing/2014/main" id="{8111841B-EF09-4E44-B085-1E14307C394F}"/>
              </a:ext>
            </a:extLst>
          </p:cNvPr>
          <p:cNvSpPr>
            <a:spLocks xmlns:a="http://schemas.openxmlformats.org/drawingml/2006/main" noGrp="1"/>
          </p:cNvSpPr>
          <p:nvPr/>
        </p:nvSpPr>
        <p:spPr>
          <a:xfrm xmlns:a="http://schemas.openxmlformats.org/drawingml/2006/main">
            <a:off x="9190837" y="675279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5" name="">
            <a:extLst xmlns:a="http://schemas.openxmlformats.org/drawingml/2006/main">
              <a:ext uri="{FF2B5EF4-FFF2-40B4-BE49-F238E27FC236}">
                <a16:creationId xmlns:a16="http://schemas.microsoft.com/office/drawing/2014/main" id="{507C5EBA-3BFC-4624-BFE1-23A7C8F9CD8A}"/>
              </a:ext>
            </a:extLst>
          </p:cNvPr>
          <p:cNvSpPr>
            <a:spLocks xmlns:a="http://schemas.openxmlformats.org/drawingml/2006/main" noGrp="1"/>
          </p:cNvSpPr>
          <p:nvPr/>
        </p:nvSpPr>
        <p:spPr>
          <a:xfrm xmlns:a="http://schemas.openxmlformats.org/drawingml/2006/main">
            <a:off x="9759064" y="645023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6" name="">
            <a:extLst xmlns:a="http://schemas.openxmlformats.org/drawingml/2006/main">
              <a:ext uri="{FF2B5EF4-FFF2-40B4-BE49-F238E27FC236}">
                <a16:creationId xmlns:a16="http://schemas.microsoft.com/office/drawing/2014/main" id="{FA68797D-2932-4E2C-9734-46F8D39AAE4B}"/>
              </a:ext>
            </a:extLst>
          </p:cNvPr>
          <p:cNvSpPr>
            <a:spLocks xmlns:a="http://schemas.openxmlformats.org/drawingml/2006/main" noGrp="1"/>
          </p:cNvSpPr>
          <p:nvPr/>
        </p:nvSpPr>
        <p:spPr>
          <a:xfrm xmlns:a="http://schemas.openxmlformats.org/drawingml/2006/main">
            <a:off x="7072376" y="611149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7" name="">
            <a:extLst xmlns:a="http://schemas.openxmlformats.org/drawingml/2006/main">
              <a:ext uri="{FF2B5EF4-FFF2-40B4-BE49-F238E27FC236}">
                <a16:creationId xmlns:a16="http://schemas.microsoft.com/office/drawing/2014/main" id="{D26303B1-CE82-41D4-9A33-D0015C816724}"/>
              </a:ext>
            </a:extLst>
          </p:cNvPr>
          <p:cNvSpPr>
            <a:spLocks xmlns:a="http://schemas.openxmlformats.org/drawingml/2006/main" noGrp="1"/>
          </p:cNvSpPr>
          <p:nvPr/>
        </p:nvSpPr>
        <p:spPr>
          <a:xfrm xmlns:a="http://schemas.openxmlformats.org/drawingml/2006/main">
            <a:off x="4799345" y="474373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8" name="">
            <a:extLst xmlns:a="http://schemas.openxmlformats.org/drawingml/2006/main">
              <a:ext uri="{FF2B5EF4-FFF2-40B4-BE49-F238E27FC236}">
                <a16:creationId xmlns:a16="http://schemas.microsoft.com/office/drawing/2014/main" id="{CF1A5429-34B8-410A-85B4-C4540DBA74FE}"/>
              </a:ext>
            </a:extLst>
          </p:cNvPr>
          <p:cNvSpPr>
            <a:spLocks xmlns:a="http://schemas.openxmlformats.org/drawingml/2006/main" noGrp="1"/>
          </p:cNvSpPr>
          <p:nvPr/>
        </p:nvSpPr>
        <p:spPr>
          <a:xfrm xmlns:a="http://schemas.openxmlformats.org/drawingml/2006/main">
            <a:off x="3356811" y="437532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09" name="">
            <a:extLst xmlns:a="http://schemas.openxmlformats.org/drawingml/2006/main">
              <a:ext uri="{FF2B5EF4-FFF2-40B4-BE49-F238E27FC236}">
                <a16:creationId xmlns:a16="http://schemas.microsoft.com/office/drawing/2014/main" id="{37107578-FDFC-4C64-8EB3-65F99203AF6A}"/>
              </a:ext>
            </a:extLst>
          </p:cNvPr>
          <p:cNvSpPr>
            <a:spLocks xmlns:a="http://schemas.openxmlformats.org/drawingml/2006/main" noGrp="1"/>
          </p:cNvSpPr>
          <p:nvPr/>
        </p:nvSpPr>
        <p:spPr>
          <a:xfrm xmlns:a="http://schemas.openxmlformats.org/drawingml/2006/main">
            <a:off x="7771356" y="559010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0" name="">
            <a:extLst xmlns:a="http://schemas.openxmlformats.org/drawingml/2006/main">
              <a:ext uri="{FF2B5EF4-FFF2-40B4-BE49-F238E27FC236}">
                <a16:creationId xmlns:a16="http://schemas.microsoft.com/office/drawing/2014/main" id="{DAFD7738-AE65-45E2-931F-C6E998CC0872}"/>
              </a:ext>
            </a:extLst>
          </p:cNvPr>
          <p:cNvSpPr>
            <a:spLocks xmlns:a="http://schemas.openxmlformats.org/drawingml/2006/main" noGrp="1"/>
          </p:cNvSpPr>
          <p:nvPr/>
        </p:nvSpPr>
        <p:spPr>
          <a:xfrm xmlns:a="http://schemas.openxmlformats.org/drawingml/2006/main">
            <a:off x="5804045" y="551436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1" name="">
            <a:extLst xmlns:a="http://schemas.openxmlformats.org/drawingml/2006/main">
              <a:ext uri="{FF2B5EF4-FFF2-40B4-BE49-F238E27FC236}">
                <a16:creationId xmlns:a16="http://schemas.microsoft.com/office/drawing/2014/main" id="{CDE0F225-D2C4-4F5E-B37D-BC48A6B8583C}"/>
              </a:ext>
            </a:extLst>
          </p:cNvPr>
          <p:cNvSpPr>
            <a:spLocks xmlns:a="http://schemas.openxmlformats.org/drawingml/2006/main" noGrp="1"/>
          </p:cNvSpPr>
          <p:nvPr/>
        </p:nvSpPr>
        <p:spPr>
          <a:xfrm xmlns:a="http://schemas.openxmlformats.org/drawingml/2006/main">
            <a:off x="9926882" y="645126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2" name="">
            <a:extLst xmlns:a="http://schemas.openxmlformats.org/drawingml/2006/main">
              <a:ext uri="{FF2B5EF4-FFF2-40B4-BE49-F238E27FC236}">
                <a16:creationId xmlns:a16="http://schemas.microsoft.com/office/drawing/2014/main" id="{B02DF912-070C-4A09-BB53-F32684C4A6CF}"/>
              </a:ext>
            </a:extLst>
          </p:cNvPr>
          <p:cNvSpPr>
            <a:spLocks xmlns:a="http://schemas.openxmlformats.org/drawingml/2006/main" noGrp="1"/>
          </p:cNvSpPr>
          <p:nvPr/>
        </p:nvSpPr>
        <p:spPr>
          <a:xfrm xmlns:a="http://schemas.openxmlformats.org/drawingml/2006/main">
            <a:off x="6493937" y="539218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3" name="">
            <a:extLst xmlns:a="http://schemas.openxmlformats.org/drawingml/2006/main">
              <a:ext uri="{FF2B5EF4-FFF2-40B4-BE49-F238E27FC236}">
                <a16:creationId xmlns:a16="http://schemas.microsoft.com/office/drawing/2014/main" id="{CD33E9B4-2697-4E70-B0A4-964714689DAF}"/>
              </a:ext>
            </a:extLst>
          </p:cNvPr>
          <p:cNvSpPr>
            <a:spLocks xmlns:a="http://schemas.openxmlformats.org/drawingml/2006/main" noGrp="1"/>
          </p:cNvSpPr>
          <p:nvPr/>
        </p:nvSpPr>
        <p:spPr>
          <a:xfrm xmlns:a="http://schemas.openxmlformats.org/drawingml/2006/main">
            <a:off x="9384030" y="54187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4" name="">
            <a:extLst xmlns:a="http://schemas.openxmlformats.org/drawingml/2006/main">
              <a:ext uri="{FF2B5EF4-FFF2-40B4-BE49-F238E27FC236}">
                <a16:creationId xmlns:a16="http://schemas.microsoft.com/office/drawing/2014/main" id="{DEE09B90-2ED1-4977-B3DB-D2683F4B2CFC}"/>
              </a:ext>
            </a:extLst>
          </p:cNvPr>
          <p:cNvSpPr>
            <a:spLocks xmlns:a="http://schemas.openxmlformats.org/drawingml/2006/main" noGrp="1"/>
          </p:cNvSpPr>
          <p:nvPr/>
        </p:nvSpPr>
        <p:spPr>
          <a:xfrm xmlns:a="http://schemas.openxmlformats.org/drawingml/2006/main">
            <a:off x="3057927" y="514790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5" name="">
            <a:extLst xmlns:a="http://schemas.openxmlformats.org/drawingml/2006/main">
              <a:ext uri="{FF2B5EF4-FFF2-40B4-BE49-F238E27FC236}">
                <a16:creationId xmlns:a16="http://schemas.microsoft.com/office/drawing/2014/main" id="{9DE3FEA3-C87C-4ED7-997E-72A79B01BD83}"/>
              </a:ext>
            </a:extLst>
          </p:cNvPr>
          <p:cNvSpPr>
            <a:spLocks xmlns:a="http://schemas.openxmlformats.org/drawingml/2006/main" noGrp="1"/>
          </p:cNvSpPr>
          <p:nvPr/>
        </p:nvSpPr>
        <p:spPr>
          <a:xfrm xmlns:a="http://schemas.openxmlformats.org/drawingml/2006/main">
            <a:off x="8491031" y="660468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6" name="">
            <a:extLst xmlns:a="http://schemas.openxmlformats.org/drawingml/2006/main">
              <a:ext uri="{FF2B5EF4-FFF2-40B4-BE49-F238E27FC236}">
                <a16:creationId xmlns:a16="http://schemas.microsoft.com/office/drawing/2014/main" id="{37D0C35E-A9D4-4E74-8FA1-F581F3EB7E66}"/>
              </a:ext>
            </a:extLst>
          </p:cNvPr>
          <p:cNvSpPr>
            <a:spLocks xmlns:a="http://schemas.openxmlformats.org/drawingml/2006/main" noGrp="1"/>
          </p:cNvSpPr>
          <p:nvPr/>
        </p:nvSpPr>
        <p:spPr>
          <a:xfrm xmlns:a="http://schemas.openxmlformats.org/drawingml/2006/main">
            <a:off x="7240016" y="518960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7" name="">
            <a:extLst xmlns:a="http://schemas.openxmlformats.org/drawingml/2006/main">
              <a:ext uri="{FF2B5EF4-FFF2-40B4-BE49-F238E27FC236}">
                <a16:creationId xmlns:a16="http://schemas.microsoft.com/office/drawing/2014/main" id="{CA5169F6-19EB-455E-9F1F-6778E6A4F4A4}"/>
              </a:ext>
            </a:extLst>
          </p:cNvPr>
          <p:cNvSpPr>
            <a:spLocks xmlns:a="http://schemas.openxmlformats.org/drawingml/2006/main" noGrp="1"/>
          </p:cNvSpPr>
          <p:nvPr/>
        </p:nvSpPr>
        <p:spPr>
          <a:xfrm xmlns:a="http://schemas.openxmlformats.org/drawingml/2006/main">
            <a:off x="5241900" y="479845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8" name="">
            <a:extLst xmlns:a="http://schemas.openxmlformats.org/drawingml/2006/main">
              <a:ext uri="{FF2B5EF4-FFF2-40B4-BE49-F238E27FC236}">
                <a16:creationId xmlns:a16="http://schemas.microsoft.com/office/drawing/2014/main" id="{9A209783-0E7C-4107-BEC1-1632AC0721AC}"/>
              </a:ext>
            </a:extLst>
          </p:cNvPr>
          <p:cNvSpPr>
            <a:spLocks xmlns:a="http://schemas.openxmlformats.org/drawingml/2006/main" noGrp="1"/>
          </p:cNvSpPr>
          <p:nvPr/>
        </p:nvSpPr>
        <p:spPr>
          <a:xfrm xmlns:a="http://schemas.openxmlformats.org/drawingml/2006/main">
            <a:off x="9035842" y="643878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19" name="">
            <a:extLst xmlns:a="http://schemas.openxmlformats.org/drawingml/2006/main">
              <a:ext uri="{FF2B5EF4-FFF2-40B4-BE49-F238E27FC236}">
                <a16:creationId xmlns:a16="http://schemas.microsoft.com/office/drawing/2014/main" id="{4137DA08-77AD-4077-8C40-D5BE6CCF553C}"/>
              </a:ext>
            </a:extLst>
          </p:cNvPr>
          <p:cNvSpPr>
            <a:spLocks xmlns:a="http://schemas.openxmlformats.org/drawingml/2006/main" noGrp="1"/>
          </p:cNvSpPr>
          <p:nvPr/>
        </p:nvSpPr>
        <p:spPr>
          <a:xfrm xmlns:a="http://schemas.openxmlformats.org/drawingml/2006/main">
            <a:off x="8087468" y="660379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0" name="">
            <a:extLst xmlns:a="http://schemas.openxmlformats.org/drawingml/2006/main">
              <a:ext uri="{FF2B5EF4-FFF2-40B4-BE49-F238E27FC236}">
                <a16:creationId xmlns:a16="http://schemas.microsoft.com/office/drawing/2014/main" id="{5229A945-2DB4-4357-B66B-EA4270CC092E}"/>
              </a:ext>
            </a:extLst>
          </p:cNvPr>
          <p:cNvSpPr>
            <a:spLocks xmlns:a="http://schemas.openxmlformats.org/drawingml/2006/main" noGrp="1"/>
          </p:cNvSpPr>
          <p:nvPr/>
        </p:nvSpPr>
        <p:spPr>
          <a:xfrm xmlns:a="http://schemas.openxmlformats.org/drawingml/2006/main">
            <a:off x="9075999" y="59760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1" name="">
            <a:extLst xmlns:a="http://schemas.openxmlformats.org/drawingml/2006/main">
              <a:ext uri="{FF2B5EF4-FFF2-40B4-BE49-F238E27FC236}">
                <a16:creationId xmlns:a16="http://schemas.microsoft.com/office/drawing/2014/main" id="{EBEDEAFF-6C53-4C2E-9B76-CBFF16AC3ED6}"/>
              </a:ext>
            </a:extLst>
          </p:cNvPr>
          <p:cNvSpPr>
            <a:spLocks xmlns:a="http://schemas.openxmlformats.org/drawingml/2006/main" noGrp="1"/>
          </p:cNvSpPr>
          <p:nvPr/>
        </p:nvSpPr>
        <p:spPr>
          <a:xfrm xmlns:a="http://schemas.openxmlformats.org/drawingml/2006/main">
            <a:off x="5197100" y="45516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2" name="">
            <a:extLst xmlns:a="http://schemas.openxmlformats.org/drawingml/2006/main">
              <a:ext uri="{FF2B5EF4-FFF2-40B4-BE49-F238E27FC236}">
                <a16:creationId xmlns:a16="http://schemas.microsoft.com/office/drawing/2014/main" id="{E86FAF16-4CA4-4FB3-B054-E55FAA7E3D3F}"/>
              </a:ext>
            </a:extLst>
          </p:cNvPr>
          <p:cNvSpPr>
            <a:spLocks xmlns:a="http://schemas.openxmlformats.org/drawingml/2006/main" noGrp="1"/>
          </p:cNvSpPr>
          <p:nvPr/>
        </p:nvSpPr>
        <p:spPr>
          <a:xfrm xmlns:a="http://schemas.openxmlformats.org/drawingml/2006/main">
            <a:off x="5086500" y="507011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3" name="">
            <a:extLst xmlns:a="http://schemas.openxmlformats.org/drawingml/2006/main">
              <a:ext uri="{FF2B5EF4-FFF2-40B4-BE49-F238E27FC236}">
                <a16:creationId xmlns:a16="http://schemas.microsoft.com/office/drawing/2014/main" id="{FE3C7D4A-F397-4836-803D-5A69E378E23E}"/>
              </a:ext>
            </a:extLst>
          </p:cNvPr>
          <p:cNvSpPr>
            <a:spLocks xmlns:a="http://schemas.openxmlformats.org/drawingml/2006/main" noGrp="1"/>
          </p:cNvSpPr>
          <p:nvPr/>
        </p:nvSpPr>
        <p:spPr>
          <a:xfrm xmlns:a="http://schemas.openxmlformats.org/drawingml/2006/main">
            <a:off x="7041515" y="62283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4" name="">
            <a:extLst xmlns:a="http://schemas.openxmlformats.org/drawingml/2006/main">
              <a:ext uri="{FF2B5EF4-FFF2-40B4-BE49-F238E27FC236}">
                <a16:creationId xmlns:a16="http://schemas.microsoft.com/office/drawing/2014/main" id="{1C638008-3045-4C3F-933A-AEBBB66E3DE7}"/>
              </a:ext>
            </a:extLst>
          </p:cNvPr>
          <p:cNvSpPr>
            <a:spLocks xmlns:a="http://schemas.openxmlformats.org/drawingml/2006/main" noGrp="1"/>
          </p:cNvSpPr>
          <p:nvPr/>
        </p:nvSpPr>
        <p:spPr>
          <a:xfrm xmlns:a="http://schemas.openxmlformats.org/drawingml/2006/main">
            <a:off x="9261655" y="56314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5" name="">
            <a:extLst xmlns:a="http://schemas.openxmlformats.org/drawingml/2006/main">
              <a:ext uri="{FF2B5EF4-FFF2-40B4-BE49-F238E27FC236}">
                <a16:creationId xmlns:a16="http://schemas.microsoft.com/office/drawing/2014/main" id="{D6451F2A-B93F-40A8-82FE-60AD075ADE0F}"/>
              </a:ext>
            </a:extLst>
          </p:cNvPr>
          <p:cNvSpPr>
            <a:spLocks xmlns:a="http://schemas.openxmlformats.org/drawingml/2006/main" noGrp="1"/>
          </p:cNvSpPr>
          <p:nvPr/>
        </p:nvSpPr>
        <p:spPr>
          <a:xfrm xmlns:a="http://schemas.openxmlformats.org/drawingml/2006/main">
            <a:off x="2197804" y="493201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6" name="">
            <a:extLst xmlns:a="http://schemas.openxmlformats.org/drawingml/2006/main">
              <a:ext uri="{FF2B5EF4-FFF2-40B4-BE49-F238E27FC236}">
                <a16:creationId xmlns:a16="http://schemas.microsoft.com/office/drawing/2014/main" id="{8A6C3B57-99EC-4C19-A0A9-932EAFACAA94}"/>
              </a:ext>
            </a:extLst>
          </p:cNvPr>
          <p:cNvSpPr>
            <a:spLocks xmlns:a="http://schemas.openxmlformats.org/drawingml/2006/main" noGrp="1"/>
          </p:cNvSpPr>
          <p:nvPr/>
        </p:nvSpPr>
        <p:spPr>
          <a:xfrm xmlns:a="http://schemas.openxmlformats.org/drawingml/2006/main">
            <a:off x="6954507" y="637484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7" name="">
            <a:extLst xmlns:a="http://schemas.openxmlformats.org/drawingml/2006/main">
              <a:ext uri="{FF2B5EF4-FFF2-40B4-BE49-F238E27FC236}">
                <a16:creationId xmlns:a16="http://schemas.microsoft.com/office/drawing/2014/main" id="{45298DEF-ECC0-4FAD-B994-AEBB3EED7D06}"/>
              </a:ext>
            </a:extLst>
          </p:cNvPr>
          <p:cNvSpPr>
            <a:spLocks xmlns:a="http://schemas.openxmlformats.org/drawingml/2006/main" noGrp="1"/>
          </p:cNvSpPr>
          <p:nvPr/>
        </p:nvSpPr>
        <p:spPr>
          <a:xfrm xmlns:a="http://schemas.openxmlformats.org/drawingml/2006/main">
            <a:off x="4114313" y="56976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8" name="">
            <a:extLst xmlns:a="http://schemas.openxmlformats.org/drawingml/2006/main">
              <a:ext uri="{FF2B5EF4-FFF2-40B4-BE49-F238E27FC236}">
                <a16:creationId xmlns:a16="http://schemas.microsoft.com/office/drawing/2014/main" id="{D2DF25AB-CACD-4874-A603-5CF48E8ED57D}"/>
              </a:ext>
            </a:extLst>
          </p:cNvPr>
          <p:cNvSpPr>
            <a:spLocks xmlns:a="http://schemas.openxmlformats.org/drawingml/2006/main" noGrp="1"/>
          </p:cNvSpPr>
          <p:nvPr/>
        </p:nvSpPr>
        <p:spPr>
          <a:xfrm xmlns:a="http://schemas.openxmlformats.org/drawingml/2006/main">
            <a:off x="4366231" y="543919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29" name="">
            <a:extLst xmlns:a="http://schemas.openxmlformats.org/drawingml/2006/main">
              <a:ext uri="{FF2B5EF4-FFF2-40B4-BE49-F238E27FC236}">
                <a16:creationId xmlns:a16="http://schemas.microsoft.com/office/drawing/2014/main" id="{00B937D3-596D-49F0-A49F-CEF070E0A65A}"/>
              </a:ext>
            </a:extLst>
          </p:cNvPr>
          <p:cNvSpPr>
            <a:spLocks xmlns:a="http://schemas.openxmlformats.org/drawingml/2006/main" noGrp="1"/>
          </p:cNvSpPr>
          <p:nvPr/>
        </p:nvSpPr>
        <p:spPr>
          <a:xfrm xmlns:a="http://schemas.openxmlformats.org/drawingml/2006/main">
            <a:off x="4080115" y="562322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0" name="">
            <a:extLst xmlns:a="http://schemas.openxmlformats.org/drawingml/2006/main">
              <a:ext uri="{FF2B5EF4-FFF2-40B4-BE49-F238E27FC236}">
                <a16:creationId xmlns:a16="http://schemas.microsoft.com/office/drawing/2014/main" id="{37D1BC39-F128-4AE9-83CC-EAB6E909F5C3}"/>
              </a:ext>
            </a:extLst>
          </p:cNvPr>
          <p:cNvSpPr>
            <a:spLocks xmlns:a="http://schemas.openxmlformats.org/drawingml/2006/main" noGrp="1"/>
          </p:cNvSpPr>
          <p:nvPr/>
        </p:nvSpPr>
        <p:spPr>
          <a:xfrm xmlns:a="http://schemas.openxmlformats.org/drawingml/2006/main">
            <a:off x="6853193" y="547202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1" name="">
            <a:extLst xmlns:a="http://schemas.openxmlformats.org/drawingml/2006/main">
              <a:ext uri="{FF2B5EF4-FFF2-40B4-BE49-F238E27FC236}">
                <a16:creationId xmlns:a16="http://schemas.microsoft.com/office/drawing/2014/main" id="{084C07F3-FEE3-4136-803C-E37C8AA82890}"/>
              </a:ext>
            </a:extLst>
          </p:cNvPr>
          <p:cNvSpPr>
            <a:spLocks xmlns:a="http://schemas.openxmlformats.org/drawingml/2006/main" noGrp="1"/>
          </p:cNvSpPr>
          <p:nvPr/>
        </p:nvSpPr>
        <p:spPr>
          <a:xfrm xmlns:a="http://schemas.openxmlformats.org/drawingml/2006/main">
            <a:off x="2240619" y="361426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2" name="">
            <a:extLst xmlns:a="http://schemas.openxmlformats.org/drawingml/2006/main">
              <a:ext uri="{FF2B5EF4-FFF2-40B4-BE49-F238E27FC236}">
                <a16:creationId xmlns:a16="http://schemas.microsoft.com/office/drawing/2014/main" id="{09484CE7-6677-4A51-9BBC-B2568F622CD4}"/>
              </a:ext>
            </a:extLst>
          </p:cNvPr>
          <p:cNvSpPr>
            <a:spLocks xmlns:a="http://schemas.openxmlformats.org/drawingml/2006/main" noGrp="1"/>
          </p:cNvSpPr>
          <p:nvPr/>
        </p:nvSpPr>
        <p:spPr>
          <a:xfrm xmlns:a="http://schemas.openxmlformats.org/drawingml/2006/main">
            <a:off x="5884431" y="508206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3" name="">
            <a:extLst xmlns:a="http://schemas.openxmlformats.org/drawingml/2006/main">
              <a:ext uri="{FF2B5EF4-FFF2-40B4-BE49-F238E27FC236}">
                <a16:creationId xmlns:a16="http://schemas.microsoft.com/office/drawing/2014/main" id="{847BEEE4-C7F8-41F3-AF28-7C64A5C0DBDE}"/>
              </a:ext>
            </a:extLst>
          </p:cNvPr>
          <p:cNvSpPr>
            <a:spLocks xmlns:a="http://schemas.openxmlformats.org/drawingml/2006/main" noGrp="1"/>
          </p:cNvSpPr>
          <p:nvPr/>
        </p:nvSpPr>
        <p:spPr>
          <a:xfrm xmlns:a="http://schemas.openxmlformats.org/drawingml/2006/main">
            <a:off x="2673020" y="448056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4" name="">
            <a:extLst xmlns:a="http://schemas.openxmlformats.org/drawingml/2006/main">
              <a:ext uri="{FF2B5EF4-FFF2-40B4-BE49-F238E27FC236}">
                <a16:creationId xmlns:a16="http://schemas.microsoft.com/office/drawing/2014/main" id="{BC27ED9D-D82C-4053-933A-6858FE7D68C1}"/>
              </a:ext>
            </a:extLst>
          </p:cNvPr>
          <p:cNvSpPr>
            <a:spLocks xmlns:a="http://schemas.openxmlformats.org/drawingml/2006/main" noGrp="1"/>
          </p:cNvSpPr>
          <p:nvPr/>
        </p:nvSpPr>
        <p:spPr>
          <a:xfrm xmlns:a="http://schemas.openxmlformats.org/drawingml/2006/main">
            <a:off x="7607656" y="52282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5" name="">
            <a:extLst xmlns:a="http://schemas.openxmlformats.org/drawingml/2006/main">
              <a:ext uri="{FF2B5EF4-FFF2-40B4-BE49-F238E27FC236}">
                <a16:creationId xmlns:a16="http://schemas.microsoft.com/office/drawing/2014/main" id="{B5100EB6-1A97-4A17-AC32-C6E4332CCDCC}"/>
              </a:ext>
            </a:extLst>
          </p:cNvPr>
          <p:cNvSpPr>
            <a:spLocks xmlns:a="http://schemas.openxmlformats.org/drawingml/2006/main" noGrp="1"/>
          </p:cNvSpPr>
          <p:nvPr/>
        </p:nvSpPr>
        <p:spPr>
          <a:xfrm xmlns:a="http://schemas.openxmlformats.org/drawingml/2006/main">
            <a:off x="4458132" y="493084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6" name="">
            <a:extLst xmlns:a="http://schemas.openxmlformats.org/drawingml/2006/main">
              <a:ext uri="{FF2B5EF4-FFF2-40B4-BE49-F238E27FC236}">
                <a16:creationId xmlns:a16="http://schemas.microsoft.com/office/drawing/2014/main" id="{A42DBB1B-6D87-428F-A226-15D02CCC4B88}"/>
              </a:ext>
            </a:extLst>
          </p:cNvPr>
          <p:cNvSpPr>
            <a:spLocks xmlns:a="http://schemas.openxmlformats.org/drawingml/2006/main" noGrp="1"/>
          </p:cNvSpPr>
          <p:nvPr/>
        </p:nvSpPr>
        <p:spPr>
          <a:xfrm xmlns:a="http://schemas.openxmlformats.org/drawingml/2006/main">
            <a:off x="2768408" y="284269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7" name="">
            <a:extLst xmlns:a="http://schemas.openxmlformats.org/drawingml/2006/main">
              <a:ext uri="{FF2B5EF4-FFF2-40B4-BE49-F238E27FC236}">
                <a16:creationId xmlns:a16="http://schemas.microsoft.com/office/drawing/2014/main" id="{7E34EAE9-1F96-46E7-BDA6-15B657EC9FC2}"/>
              </a:ext>
            </a:extLst>
          </p:cNvPr>
          <p:cNvSpPr>
            <a:spLocks xmlns:a="http://schemas.openxmlformats.org/drawingml/2006/main" noGrp="1"/>
          </p:cNvSpPr>
          <p:nvPr/>
        </p:nvSpPr>
        <p:spPr>
          <a:xfrm xmlns:a="http://schemas.openxmlformats.org/drawingml/2006/main">
            <a:off x="2608704" y="473230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8" name="">
            <a:extLst xmlns:a="http://schemas.openxmlformats.org/drawingml/2006/main">
              <a:ext uri="{FF2B5EF4-FFF2-40B4-BE49-F238E27FC236}">
                <a16:creationId xmlns:a16="http://schemas.microsoft.com/office/drawing/2014/main" id="{971E37DD-75E9-4751-98CB-FF719D0AD755}"/>
              </a:ext>
            </a:extLst>
          </p:cNvPr>
          <p:cNvSpPr>
            <a:spLocks xmlns:a="http://schemas.openxmlformats.org/drawingml/2006/main" noGrp="1"/>
          </p:cNvSpPr>
          <p:nvPr/>
        </p:nvSpPr>
        <p:spPr>
          <a:xfrm xmlns:a="http://schemas.openxmlformats.org/drawingml/2006/main">
            <a:off x="7699781" y="61831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39" name="">
            <a:extLst xmlns:a="http://schemas.openxmlformats.org/drawingml/2006/main">
              <a:ext uri="{FF2B5EF4-FFF2-40B4-BE49-F238E27FC236}">
                <a16:creationId xmlns:a16="http://schemas.microsoft.com/office/drawing/2014/main" id="{2AB75F03-AF8A-408D-BA42-CCEF5EF5F7E7}"/>
              </a:ext>
            </a:extLst>
          </p:cNvPr>
          <p:cNvSpPr>
            <a:spLocks xmlns:a="http://schemas.openxmlformats.org/drawingml/2006/main" noGrp="1"/>
          </p:cNvSpPr>
          <p:nvPr/>
        </p:nvSpPr>
        <p:spPr>
          <a:xfrm xmlns:a="http://schemas.openxmlformats.org/drawingml/2006/main">
            <a:off x="1246251" y="31708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0" name="">
            <a:extLst xmlns:a="http://schemas.openxmlformats.org/drawingml/2006/main">
              <a:ext uri="{FF2B5EF4-FFF2-40B4-BE49-F238E27FC236}">
                <a16:creationId xmlns:a16="http://schemas.microsoft.com/office/drawing/2014/main" id="{68076F70-4DF5-486B-B516-6FF9EDA7B9B5}"/>
              </a:ext>
            </a:extLst>
          </p:cNvPr>
          <p:cNvSpPr>
            <a:spLocks xmlns:a="http://schemas.openxmlformats.org/drawingml/2006/main" noGrp="1"/>
          </p:cNvSpPr>
          <p:nvPr/>
        </p:nvSpPr>
        <p:spPr>
          <a:xfrm xmlns:a="http://schemas.openxmlformats.org/drawingml/2006/main">
            <a:off x="6052225" y="510674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1" name="">
            <a:extLst xmlns:a="http://schemas.openxmlformats.org/drawingml/2006/main">
              <a:ext uri="{FF2B5EF4-FFF2-40B4-BE49-F238E27FC236}">
                <a16:creationId xmlns:a16="http://schemas.microsoft.com/office/drawing/2014/main" id="{75A9890C-A634-45B2-B2B8-BBBE11BD6B94}"/>
              </a:ext>
            </a:extLst>
          </p:cNvPr>
          <p:cNvSpPr>
            <a:spLocks xmlns:a="http://schemas.openxmlformats.org/drawingml/2006/main" noGrp="1"/>
          </p:cNvSpPr>
          <p:nvPr/>
        </p:nvSpPr>
        <p:spPr>
          <a:xfrm xmlns:a="http://schemas.openxmlformats.org/drawingml/2006/main">
            <a:off x="6897100" y="548806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2" name="">
            <a:extLst xmlns:a="http://schemas.openxmlformats.org/drawingml/2006/main">
              <a:ext uri="{FF2B5EF4-FFF2-40B4-BE49-F238E27FC236}">
                <a16:creationId xmlns:a16="http://schemas.microsoft.com/office/drawing/2014/main" id="{A3F6EEE2-CDF3-4C91-8A10-5A1B027E591B}"/>
              </a:ext>
            </a:extLst>
          </p:cNvPr>
          <p:cNvSpPr>
            <a:spLocks xmlns:a="http://schemas.openxmlformats.org/drawingml/2006/main" noGrp="1"/>
          </p:cNvSpPr>
          <p:nvPr/>
        </p:nvSpPr>
        <p:spPr>
          <a:xfrm xmlns:a="http://schemas.openxmlformats.org/drawingml/2006/main">
            <a:off x="1267849" y="335484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3" name="">
            <a:extLst xmlns:a="http://schemas.openxmlformats.org/drawingml/2006/main">
              <a:ext uri="{FF2B5EF4-FFF2-40B4-BE49-F238E27FC236}">
                <a16:creationId xmlns:a16="http://schemas.microsoft.com/office/drawing/2014/main" id="{1B86E338-E95B-4D45-AA3F-27CCEA646372}"/>
              </a:ext>
            </a:extLst>
          </p:cNvPr>
          <p:cNvSpPr>
            <a:spLocks xmlns:a="http://schemas.openxmlformats.org/drawingml/2006/main" noGrp="1"/>
          </p:cNvSpPr>
          <p:nvPr/>
        </p:nvSpPr>
        <p:spPr>
          <a:xfrm xmlns:a="http://schemas.openxmlformats.org/drawingml/2006/main">
            <a:off x="7031373" y="49195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4" name="">
            <a:extLst xmlns:a="http://schemas.openxmlformats.org/drawingml/2006/main">
              <a:ext uri="{FF2B5EF4-FFF2-40B4-BE49-F238E27FC236}">
                <a16:creationId xmlns:a16="http://schemas.microsoft.com/office/drawing/2014/main" id="{B985B12F-50A5-4DE2-8C10-15381B6872EA}"/>
              </a:ext>
            </a:extLst>
          </p:cNvPr>
          <p:cNvSpPr>
            <a:spLocks xmlns:a="http://schemas.openxmlformats.org/drawingml/2006/main" noGrp="1"/>
          </p:cNvSpPr>
          <p:nvPr/>
        </p:nvSpPr>
        <p:spPr>
          <a:xfrm xmlns:a="http://schemas.openxmlformats.org/drawingml/2006/main">
            <a:off x="4679591" y="519017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5" name="">
            <a:extLst xmlns:a="http://schemas.openxmlformats.org/drawingml/2006/main">
              <a:ext uri="{FF2B5EF4-FFF2-40B4-BE49-F238E27FC236}">
                <a16:creationId xmlns:a16="http://schemas.microsoft.com/office/drawing/2014/main" id="{0E1EF0C4-4C2D-4087-ABA3-F1D9E1384C0A}"/>
              </a:ext>
            </a:extLst>
          </p:cNvPr>
          <p:cNvSpPr>
            <a:spLocks xmlns:a="http://schemas.openxmlformats.org/drawingml/2006/main" noGrp="1"/>
          </p:cNvSpPr>
          <p:nvPr/>
        </p:nvSpPr>
        <p:spPr>
          <a:xfrm xmlns:a="http://schemas.openxmlformats.org/drawingml/2006/main">
            <a:off x="6905272" y="546215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6" name="">
            <a:extLst xmlns:a="http://schemas.openxmlformats.org/drawingml/2006/main">
              <a:ext uri="{FF2B5EF4-FFF2-40B4-BE49-F238E27FC236}">
                <a16:creationId xmlns:a16="http://schemas.microsoft.com/office/drawing/2014/main" id="{E1605D59-87F7-48D4-A590-DC59E1B1D48A}"/>
              </a:ext>
            </a:extLst>
          </p:cNvPr>
          <p:cNvSpPr>
            <a:spLocks xmlns:a="http://schemas.openxmlformats.org/drawingml/2006/main" noGrp="1"/>
          </p:cNvSpPr>
          <p:nvPr/>
        </p:nvSpPr>
        <p:spPr>
          <a:xfrm xmlns:a="http://schemas.openxmlformats.org/drawingml/2006/main">
            <a:off x="1493891" y="351090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7" name="">
            <a:extLst xmlns:a="http://schemas.openxmlformats.org/drawingml/2006/main">
              <a:ext uri="{FF2B5EF4-FFF2-40B4-BE49-F238E27FC236}">
                <a16:creationId xmlns:a16="http://schemas.microsoft.com/office/drawing/2014/main" id="{522D3002-D177-496E-864D-5296E181B344}"/>
              </a:ext>
            </a:extLst>
          </p:cNvPr>
          <p:cNvSpPr>
            <a:spLocks xmlns:a="http://schemas.openxmlformats.org/drawingml/2006/main" noGrp="1"/>
          </p:cNvSpPr>
          <p:nvPr/>
        </p:nvSpPr>
        <p:spPr>
          <a:xfrm xmlns:a="http://schemas.openxmlformats.org/drawingml/2006/main">
            <a:off x="1097028" y="414136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8" name="">
            <a:extLst xmlns:a="http://schemas.openxmlformats.org/drawingml/2006/main">
              <a:ext uri="{FF2B5EF4-FFF2-40B4-BE49-F238E27FC236}">
                <a16:creationId xmlns:a16="http://schemas.microsoft.com/office/drawing/2014/main" id="{1088584C-34B2-476D-890C-0064A809E40E}"/>
              </a:ext>
            </a:extLst>
          </p:cNvPr>
          <p:cNvSpPr>
            <a:spLocks xmlns:a="http://schemas.openxmlformats.org/drawingml/2006/main" noGrp="1"/>
          </p:cNvSpPr>
          <p:nvPr/>
        </p:nvSpPr>
        <p:spPr>
          <a:xfrm xmlns:a="http://schemas.openxmlformats.org/drawingml/2006/main">
            <a:off x="5843435" y="491511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49" name="">
            <a:extLst xmlns:a="http://schemas.openxmlformats.org/drawingml/2006/main">
              <a:ext uri="{FF2B5EF4-FFF2-40B4-BE49-F238E27FC236}">
                <a16:creationId xmlns:a16="http://schemas.microsoft.com/office/drawing/2014/main" id="{3F4876AE-4E91-4138-B958-5270CB8E9725}"/>
              </a:ext>
            </a:extLst>
          </p:cNvPr>
          <p:cNvSpPr>
            <a:spLocks xmlns:a="http://schemas.openxmlformats.org/drawingml/2006/main" noGrp="1"/>
          </p:cNvSpPr>
          <p:nvPr/>
        </p:nvSpPr>
        <p:spPr>
          <a:xfrm xmlns:a="http://schemas.openxmlformats.org/drawingml/2006/main">
            <a:off x="7929325" y="593004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0" name="">
            <a:extLst xmlns:a="http://schemas.openxmlformats.org/drawingml/2006/main">
              <a:ext uri="{FF2B5EF4-FFF2-40B4-BE49-F238E27FC236}">
                <a16:creationId xmlns:a16="http://schemas.microsoft.com/office/drawing/2014/main" id="{AAA8C444-CED9-4763-8B19-89EEF6889CF5}"/>
              </a:ext>
            </a:extLst>
          </p:cNvPr>
          <p:cNvSpPr>
            <a:spLocks xmlns:a="http://schemas.openxmlformats.org/drawingml/2006/main" noGrp="1"/>
          </p:cNvSpPr>
          <p:nvPr/>
        </p:nvSpPr>
        <p:spPr>
          <a:xfrm xmlns:a="http://schemas.openxmlformats.org/drawingml/2006/main">
            <a:off x="8439150" y="60378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1" name="">
            <a:extLst xmlns:a="http://schemas.openxmlformats.org/drawingml/2006/main">
              <a:ext uri="{FF2B5EF4-FFF2-40B4-BE49-F238E27FC236}">
                <a16:creationId xmlns:a16="http://schemas.microsoft.com/office/drawing/2014/main" id="{FAB02049-A993-4FD1-9BD3-72F407A93C6E}"/>
              </a:ext>
            </a:extLst>
          </p:cNvPr>
          <p:cNvSpPr>
            <a:spLocks xmlns:a="http://schemas.openxmlformats.org/drawingml/2006/main" noGrp="1"/>
          </p:cNvSpPr>
          <p:nvPr/>
        </p:nvSpPr>
        <p:spPr>
          <a:xfrm xmlns:a="http://schemas.openxmlformats.org/drawingml/2006/main">
            <a:off x="4758213" y="539902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2" name="">
            <a:extLst xmlns:a="http://schemas.openxmlformats.org/drawingml/2006/main">
              <a:ext uri="{FF2B5EF4-FFF2-40B4-BE49-F238E27FC236}">
                <a16:creationId xmlns:a16="http://schemas.microsoft.com/office/drawing/2014/main" id="{6506B077-451B-4E01-8E27-3E16842F1845}"/>
              </a:ext>
            </a:extLst>
          </p:cNvPr>
          <p:cNvSpPr>
            <a:spLocks xmlns:a="http://schemas.openxmlformats.org/drawingml/2006/main" noGrp="1"/>
          </p:cNvSpPr>
          <p:nvPr/>
        </p:nvSpPr>
        <p:spPr>
          <a:xfrm xmlns:a="http://schemas.openxmlformats.org/drawingml/2006/main">
            <a:off x="6454902" y="582358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3" name="">
            <a:extLst xmlns:a="http://schemas.openxmlformats.org/drawingml/2006/main">
              <a:ext uri="{FF2B5EF4-FFF2-40B4-BE49-F238E27FC236}">
                <a16:creationId xmlns:a16="http://schemas.microsoft.com/office/drawing/2014/main" id="{021D22B1-5D9D-4BC6-A294-66967C3B97CC}"/>
              </a:ext>
            </a:extLst>
          </p:cNvPr>
          <p:cNvSpPr>
            <a:spLocks xmlns:a="http://schemas.openxmlformats.org/drawingml/2006/main" noGrp="1"/>
          </p:cNvSpPr>
          <p:nvPr/>
        </p:nvSpPr>
        <p:spPr>
          <a:xfrm xmlns:a="http://schemas.openxmlformats.org/drawingml/2006/main">
            <a:off x="6993272" y="542589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4" name="">
            <a:extLst xmlns:a="http://schemas.openxmlformats.org/drawingml/2006/main">
              <a:ext uri="{FF2B5EF4-FFF2-40B4-BE49-F238E27FC236}">
                <a16:creationId xmlns:a16="http://schemas.microsoft.com/office/drawing/2014/main" id="{93E9CB8B-C5DE-43E3-AB3C-BC2CC03B9787}"/>
              </a:ext>
            </a:extLst>
          </p:cNvPr>
          <p:cNvSpPr>
            <a:spLocks xmlns:a="http://schemas.openxmlformats.org/drawingml/2006/main" noGrp="1"/>
          </p:cNvSpPr>
          <p:nvPr/>
        </p:nvSpPr>
        <p:spPr>
          <a:xfrm xmlns:a="http://schemas.openxmlformats.org/drawingml/2006/main">
            <a:off x="6988202" y="544827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5" name="">
            <a:extLst xmlns:a="http://schemas.openxmlformats.org/drawingml/2006/main">
              <a:ext uri="{FF2B5EF4-FFF2-40B4-BE49-F238E27FC236}">
                <a16:creationId xmlns:a16="http://schemas.microsoft.com/office/drawing/2014/main" id="{F00A6022-C127-4D80-BA9A-F7EE9ADC5520}"/>
              </a:ext>
            </a:extLst>
          </p:cNvPr>
          <p:cNvSpPr>
            <a:spLocks xmlns:a="http://schemas.openxmlformats.org/drawingml/2006/main" noGrp="1"/>
          </p:cNvSpPr>
          <p:nvPr/>
        </p:nvSpPr>
        <p:spPr>
          <a:xfrm xmlns:a="http://schemas.openxmlformats.org/drawingml/2006/main">
            <a:off x="6856091" y="641222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6" name="">
            <a:extLst xmlns:a="http://schemas.openxmlformats.org/drawingml/2006/main">
              <a:ext uri="{FF2B5EF4-FFF2-40B4-BE49-F238E27FC236}">
                <a16:creationId xmlns:a16="http://schemas.microsoft.com/office/drawing/2014/main" id="{A1E117B0-EC47-44EB-AAC5-88EB8B44DFF9}"/>
              </a:ext>
            </a:extLst>
          </p:cNvPr>
          <p:cNvSpPr>
            <a:spLocks xmlns:a="http://schemas.openxmlformats.org/drawingml/2006/main" noGrp="1"/>
          </p:cNvSpPr>
          <p:nvPr/>
        </p:nvSpPr>
        <p:spPr>
          <a:xfrm xmlns:a="http://schemas.openxmlformats.org/drawingml/2006/main">
            <a:off x="6287186" y="452580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7" name="">
            <a:extLst xmlns:a="http://schemas.openxmlformats.org/drawingml/2006/main">
              <a:ext uri="{FF2B5EF4-FFF2-40B4-BE49-F238E27FC236}">
                <a16:creationId xmlns:a16="http://schemas.microsoft.com/office/drawing/2014/main" id="{8DC966EB-60BF-48C4-813D-47431BE6018E}"/>
              </a:ext>
            </a:extLst>
          </p:cNvPr>
          <p:cNvSpPr>
            <a:spLocks xmlns:a="http://schemas.openxmlformats.org/drawingml/2006/main" noGrp="1"/>
          </p:cNvSpPr>
          <p:nvPr/>
        </p:nvSpPr>
        <p:spPr>
          <a:xfrm xmlns:a="http://schemas.openxmlformats.org/drawingml/2006/main">
            <a:off x="1469479" y="44305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8" name="">
            <a:extLst xmlns:a="http://schemas.openxmlformats.org/drawingml/2006/main">
              <a:ext uri="{FF2B5EF4-FFF2-40B4-BE49-F238E27FC236}">
                <a16:creationId xmlns:a16="http://schemas.microsoft.com/office/drawing/2014/main" id="{1C94545E-1257-4596-B6BC-2499F7E33339}"/>
              </a:ext>
            </a:extLst>
          </p:cNvPr>
          <p:cNvSpPr>
            <a:spLocks xmlns:a="http://schemas.openxmlformats.org/drawingml/2006/main" noGrp="1"/>
          </p:cNvSpPr>
          <p:nvPr/>
        </p:nvSpPr>
        <p:spPr>
          <a:xfrm xmlns:a="http://schemas.openxmlformats.org/drawingml/2006/main">
            <a:off x="6908113" y="56045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59" name="">
            <a:extLst xmlns:a="http://schemas.openxmlformats.org/drawingml/2006/main">
              <a:ext uri="{FF2B5EF4-FFF2-40B4-BE49-F238E27FC236}">
                <a16:creationId xmlns:a16="http://schemas.microsoft.com/office/drawing/2014/main" id="{A16DF826-5868-4ABE-A8C9-7277FB24A42D}"/>
              </a:ext>
            </a:extLst>
          </p:cNvPr>
          <p:cNvSpPr>
            <a:spLocks xmlns:a="http://schemas.openxmlformats.org/drawingml/2006/main" noGrp="1"/>
          </p:cNvSpPr>
          <p:nvPr/>
        </p:nvSpPr>
        <p:spPr>
          <a:xfrm xmlns:a="http://schemas.openxmlformats.org/drawingml/2006/main">
            <a:off x="4123133" y="556394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0" name="">
            <a:extLst xmlns:a="http://schemas.openxmlformats.org/drawingml/2006/main">
              <a:ext uri="{FF2B5EF4-FFF2-40B4-BE49-F238E27FC236}">
                <a16:creationId xmlns:a16="http://schemas.microsoft.com/office/drawing/2014/main" id="{1CE986C7-6FDF-4469-B8CE-DC3D0342B861}"/>
              </a:ext>
            </a:extLst>
          </p:cNvPr>
          <p:cNvSpPr>
            <a:spLocks xmlns:a="http://schemas.openxmlformats.org/drawingml/2006/main" noGrp="1"/>
          </p:cNvSpPr>
          <p:nvPr/>
        </p:nvSpPr>
        <p:spPr>
          <a:xfrm xmlns:a="http://schemas.openxmlformats.org/drawingml/2006/main">
            <a:off x="7000179" y="555129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1" name="">
            <a:extLst xmlns:a="http://schemas.openxmlformats.org/drawingml/2006/main">
              <a:ext uri="{FF2B5EF4-FFF2-40B4-BE49-F238E27FC236}">
                <a16:creationId xmlns:a16="http://schemas.microsoft.com/office/drawing/2014/main" id="{0EBEDB36-7179-4B5F-B835-99E2072C9F3F}"/>
              </a:ext>
            </a:extLst>
          </p:cNvPr>
          <p:cNvSpPr>
            <a:spLocks xmlns:a="http://schemas.openxmlformats.org/drawingml/2006/main" noGrp="1"/>
          </p:cNvSpPr>
          <p:nvPr/>
        </p:nvSpPr>
        <p:spPr>
          <a:xfrm xmlns:a="http://schemas.openxmlformats.org/drawingml/2006/main">
            <a:off x="6922053" y="55464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2" name="">
            <a:extLst xmlns:a="http://schemas.openxmlformats.org/drawingml/2006/main">
              <a:ext uri="{FF2B5EF4-FFF2-40B4-BE49-F238E27FC236}">
                <a16:creationId xmlns:a16="http://schemas.microsoft.com/office/drawing/2014/main" id="{CB22CEF3-BAD4-47A3-B377-346574D1C483}"/>
              </a:ext>
            </a:extLst>
          </p:cNvPr>
          <p:cNvSpPr>
            <a:spLocks xmlns:a="http://schemas.openxmlformats.org/drawingml/2006/main" noGrp="1"/>
          </p:cNvSpPr>
          <p:nvPr/>
        </p:nvSpPr>
        <p:spPr>
          <a:xfrm xmlns:a="http://schemas.openxmlformats.org/drawingml/2006/main">
            <a:off x="9106460" y="59962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3" name="">
            <a:extLst xmlns:a="http://schemas.openxmlformats.org/drawingml/2006/main">
              <a:ext uri="{FF2B5EF4-FFF2-40B4-BE49-F238E27FC236}">
                <a16:creationId xmlns:a16="http://schemas.microsoft.com/office/drawing/2014/main" id="{251BC46E-F380-449E-9E4B-B5581D6A1E28}"/>
              </a:ext>
            </a:extLst>
          </p:cNvPr>
          <p:cNvSpPr>
            <a:spLocks xmlns:a="http://schemas.openxmlformats.org/drawingml/2006/main" noGrp="1"/>
          </p:cNvSpPr>
          <p:nvPr/>
        </p:nvSpPr>
        <p:spPr>
          <a:xfrm xmlns:a="http://schemas.openxmlformats.org/drawingml/2006/main">
            <a:off x="2808956" y="318737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4" name="">
            <a:extLst xmlns:a="http://schemas.openxmlformats.org/drawingml/2006/main">
              <a:ext uri="{FF2B5EF4-FFF2-40B4-BE49-F238E27FC236}">
                <a16:creationId xmlns:a16="http://schemas.microsoft.com/office/drawing/2014/main" id="{398087C6-3B2F-4B7D-93D2-EBB874EDD997}"/>
              </a:ext>
            </a:extLst>
          </p:cNvPr>
          <p:cNvSpPr>
            <a:spLocks xmlns:a="http://schemas.openxmlformats.org/drawingml/2006/main" noGrp="1"/>
          </p:cNvSpPr>
          <p:nvPr/>
        </p:nvSpPr>
        <p:spPr>
          <a:xfrm xmlns:a="http://schemas.openxmlformats.org/drawingml/2006/main">
            <a:off x="4269867" y="553783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5" name="">
            <a:extLst xmlns:a="http://schemas.openxmlformats.org/drawingml/2006/main">
              <a:ext uri="{FF2B5EF4-FFF2-40B4-BE49-F238E27FC236}">
                <a16:creationId xmlns:a16="http://schemas.microsoft.com/office/drawing/2014/main" id="{BA087A4F-1A04-48E2-9B32-4A74C6EE08D5}"/>
              </a:ext>
            </a:extLst>
          </p:cNvPr>
          <p:cNvSpPr>
            <a:spLocks xmlns:a="http://schemas.openxmlformats.org/drawingml/2006/main" noGrp="1"/>
          </p:cNvSpPr>
          <p:nvPr/>
        </p:nvSpPr>
        <p:spPr>
          <a:xfrm xmlns:a="http://schemas.openxmlformats.org/drawingml/2006/main">
            <a:off x="2681288" y="496752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6" name="">
            <a:extLst xmlns:a="http://schemas.openxmlformats.org/drawingml/2006/main">
              <a:ext uri="{FF2B5EF4-FFF2-40B4-BE49-F238E27FC236}">
                <a16:creationId xmlns:a16="http://schemas.microsoft.com/office/drawing/2014/main" id="{5C7544AC-58C5-4BED-8EE4-AEB68E843ACE}"/>
              </a:ext>
            </a:extLst>
          </p:cNvPr>
          <p:cNvSpPr>
            <a:spLocks xmlns:a="http://schemas.openxmlformats.org/drawingml/2006/main" noGrp="1"/>
          </p:cNvSpPr>
          <p:nvPr/>
        </p:nvSpPr>
        <p:spPr>
          <a:xfrm xmlns:a="http://schemas.openxmlformats.org/drawingml/2006/main">
            <a:off x="9706825" y="600658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7" name="">
            <a:extLst xmlns:a="http://schemas.openxmlformats.org/drawingml/2006/main">
              <a:ext uri="{FF2B5EF4-FFF2-40B4-BE49-F238E27FC236}">
                <a16:creationId xmlns:a16="http://schemas.microsoft.com/office/drawing/2014/main" id="{90FCF701-7A83-41E0-BCF5-906B7ABD9C15}"/>
              </a:ext>
            </a:extLst>
          </p:cNvPr>
          <p:cNvSpPr>
            <a:spLocks xmlns:a="http://schemas.openxmlformats.org/drawingml/2006/main" noGrp="1"/>
          </p:cNvSpPr>
          <p:nvPr/>
        </p:nvSpPr>
        <p:spPr>
          <a:xfrm xmlns:a="http://schemas.openxmlformats.org/drawingml/2006/main">
            <a:off x="1072629" y="355663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8" name="">
            <a:extLst xmlns:a="http://schemas.openxmlformats.org/drawingml/2006/main">
              <a:ext uri="{FF2B5EF4-FFF2-40B4-BE49-F238E27FC236}">
                <a16:creationId xmlns:a16="http://schemas.microsoft.com/office/drawing/2014/main" id="{CA48C893-FB4A-456F-BC7D-8066022F62B7}"/>
              </a:ext>
            </a:extLst>
          </p:cNvPr>
          <p:cNvSpPr>
            <a:spLocks xmlns:a="http://schemas.openxmlformats.org/drawingml/2006/main" noGrp="1"/>
          </p:cNvSpPr>
          <p:nvPr/>
        </p:nvSpPr>
        <p:spPr>
          <a:xfrm xmlns:a="http://schemas.openxmlformats.org/drawingml/2006/main">
            <a:off x="1645463" y="34066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69" name="">
            <a:extLst xmlns:a="http://schemas.openxmlformats.org/drawingml/2006/main">
              <a:ext uri="{FF2B5EF4-FFF2-40B4-BE49-F238E27FC236}">
                <a16:creationId xmlns:a16="http://schemas.microsoft.com/office/drawing/2014/main" id="{80226592-D0FA-4768-957A-1F44C42C57A0}"/>
              </a:ext>
            </a:extLst>
          </p:cNvPr>
          <p:cNvSpPr>
            <a:spLocks xmlns:a="http://schemas.openxmlformats.org/drawingml/2006/main" noGrp="1"/>
          </p:cNvSpPr>
          <p:nvPr/>
        </p:nvSpPr>
        <p:spPr>
          <a:xfrm xmlns:a="http://schemas.openxmlformats.org/drawingml/2006/main">
            <a:off x="4962511" y="42420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0" name="">
            <a:extLst xmlns:a="http://schemas.openxmlformats.org/drawingml/2006/main">
              <a:ext uri="{FF2B5EF4-FFF2-40B4-BE49-F238E27FC236}">
                <a16:creationId xmlns:a16="http://schemas.microsoft.com/office/drawing/2014/main" id="{976CA3C2-0D66-4ABA-AFCF-53B98E629800}"/>
              </a:ext>
            </a:extLst>
          </p:cNvPr>
          <p:cNvSpPr>
            <a:spLocks xmlns:a="http://schemas.openxmlformats.org/drawingml/2006/main" noGrp="1"/>
          </p:cNvSpPr>
          <p:nvPr/>
        </p:nvSpPr>
        <p:spPr>
          <a:xfrm xmlns:a="http://schemas.openxmlformats.org/drawingml/2006/main">
            <a:off x="5722620" y="545449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1" name="">
            <a:extLst xmlns:a="http://schemas.openxmlformats.org/drawingml/2006/main">
              <a:ext uri="{FF2B5EF4-FFF2-40B4-BE49-F238E27FC236}">
                <a16:creationId xmlns:a16="http://schemas.microsoft.com/office/drawing/2014/main" id="{93388A3D-E434-4372-BA68-45F8DF71AABC}"/>
              </a:ext>
            </a:extLst>
          </p:cNvPr>
          <p:cNvSpPr>
            <a:spLocks xmlns:a="http://schemas.openxmlformats.org/drawingml/2006/main" noGrp="1"/>
          </p:cNvSpPr>
          <p:nvPr/>
        </p:nvSpPr>
        <p:spPr>
          <a:xfrm xmlns:a="http://schemas.openxmlformats.org/drawingml/2006/main">
            <a:off x="4892295" y="458057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2" name="">
            <a:extLst xmlns:a="http://schemas.openxmlformats.org/drawingml/2006/main">
              <a:ext uri="{FF2B5EF4-FFF2-40B4-BE49-F238E27FC236}">
                <a16:creationId xmlns:a16="http://schemas.microsoft.com/office/drawing/2014/main" id="{D2C64ADF-E478-4881-8E41-B2E268515C62}"/>
              </a:ext>
            </a:extLst>
          </p:cNvPr>
          <p:cNvSpPr>
            <a:spLocks xmlns:a="http://schemas.openxmlformats.org/drawingml/2006/main" noGrp="1"/>
          </p:cNvSpPr>
          <p:nvPr/>
        </p:nvSpPr>
        <p:spPr>
          <a:xfrm xmlns:a="http://schemas.openxmlformats.org/drawingml/2006/main">
            <a:off x="1918297" y="33708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3" name="">
            <a:extLst xmlns:a="http://schemas.openxmlformats.org/drawingml/2006/main">
              <a:ext uri="{FF2B5EF4-FFF2-40B4-BE49-F238E27FC236}">
                <a16:creationId xmlns:a16="http://schemas.microsoft.com/office/drawing/2014/main" id="{706AF956-8FF9-43F8-B9E0-89F3EB90CB81}"/>
              </a:ext>
            </a:extLst>
          </p:cNvPr>
          <p:cNvSpPr>
            <a:spLocks xmlns:a="http://schemas.openxmlformats.org/drawingml/2006/main" noGrp="1"/>
          </p:cNvSpPr>
          <p:nvPr/>
        </p:nvSpPr>
        <p:spPr>
          <a:xfrm xmlns:a="http://schemas.openxmlformats.org/drawingml/2006/main">
            <a:off x="5073015" y="529508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4" name="">
            <a:extLst xmlns:a="http://schemas.openxmlformats.org/drawingml/2006/main">
              <a:ext uri="{FF2B5EF4-FFF2-40B4-BE49-F238E27FC236}">
                <a16:creationId xmlns:a16="http://schemas.microsoft.com/office/drawing/2014/main" id="{ACEAB3DA-33DA-4279-AC62-BD9E0BFC7184}"/>
              </a:ext>
            </a:extLst>
          </p:cNvPr>
          <p:cNvSpPr>
            <a:spLocks xmlns:a="http://schemas.openxmlformats.org/drawingml/2006/main" noGrp="1"/>
          </p:cNvSpPr>
          <p:nvPr/>
        </p:nvSpPr>
        <p:spPr>
          <a:xfrm xmlns:a="http://schemas.openxmlformats.org/drawingml/2006/main">
            <a:off x="6692243" y="613264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5" name="">
            <a:extLst xmlns:a="http://schemas.openxmlformats.org/drawingml/2006/main">
              <a:ext uri="{FF2B5EF4-FFF2-40B4-BE49-F238E27FC236}">
                <a16:creationId xmlns:a16="http://schemas.microsoft.com/office/drawing/2014/main" id="{604538BB-F891-498C-9B98-D925BE1E6273}"/>
              </a:ext>
            </a:extLst>
          </p:cNvPr>
          <p:cNvSpPr>
            <a:spLocks xmlns:a="http://schemas.openxmlformats.org/drawingml/2006/main" noGrp="1"/>
          </p:cNvSpPr>
          <p:nvPr/>
        </p:nvSpPr>
        <p:spPr>
          <a:xfrm xmlns:a="http://schemas.openxmlformats.org/drawingml/2006/main">
            <a:off x="8230727" y="613704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6" name="">
            <a:extLst xmlns:a="http://schemas.openxmlformats.org/drawingml/2006/main">
              <a:ext uri="{FF2B5EF4-FFF2-40B4-BE49-F238E27FC236}">
                <a16:creationId xmlns:a16="http://schemas.microsoft.com/office/drawing/2014/main" id="{044DABED-5342-4A46-BA57-5E70C6D71A56}"/>
              </a:ext>
            </a:extLst>
          </p:cNvPr>
          <p:cNvSpPr>
            <a:spLocks xmlns:a="http://schemas.openxmlformats.org/drawingml/2006/main" noGrp="1"/>
          </p:cNvSpPr>
          <p:nvPr/>
        </p:nvSpPr>
        <p:spPr>
          <a:xfrm xmlns:a="http://schemas.openxmlformats.org/drawingml/2006/main">
            <a:off x="8217603" y="531262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7" name="">
            <a:extLst xmlns:a="http://schemas.openxmlformats.org/drawingml/2006/main">
              <a:ext uri="{FF2B5EF4-FFF2-40B4-BE49-F238E27FC236}">
                <a16:creationId xmlns:a16="http://schemas.microsoft.com/office/drawing/2014/main" id="{7ED74460-4C66-41C4-8ED4-48284BA83BD0}"/>
              </a:ext>
            </a:extLst>
          </p:cNvPr>
          <p:cNvSpPr>
            <a:spLocks xmlns:a="http://schemas.openxmlformats.org/drawingml/2006/main" noGrp="1"/>
          </p:cNvSpPr>
          <p:nvPr/>
        </p:nvSpPr>
        <p:spPr>
          <a:xfrm xmlns:a="http://schemas.openxmlformats.org/drawingml/2006/main">
            <a:off x="7395058" y="538936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8" name="">
            <a:extLst xmlns:a="http://schemas.openxmlformats.org/drawingml/2006/main">
              <a:ext uri="{FF2B5EF4-FFF2-40B4-BE49-F238E27FC236}">
                <a16:creationId xmlns:a16="http://schemas.microsoft.com/office/drawing/2014/main" id="{EE50184A-9663-476C-9464-11F11FEF9212}"/>
              </a:ext>
            </a:extLst>
          </p:cNvPr>
          <p:cNvSpPr>
            <a:spLocks xmlns:a="http://schemas.openxmlformats.org/drawingml/2006/main" noGrp="1"/>
          </p:cNvSpPr>
          <p:nvPr/>
        </p:nvSpPr>
        <p:spPr>
          <a:xfrm xmlns:a="http://schemas.openxmlformats.org/drawingml/2006/main">
            <a:off x="6786472" y="55232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79" name="">
            <a:extLst xmlns:a="http://schemas.openxmlformats.org/drawingml/2006/main">
              <a:ext uri="{FF2B5EF4-FFF2-40B4-BE49-F238E27FC236}">
                <a16:creationId xmlns:a16="http://schemas.microsoft.com/office/drawing/2014/main" id="{BBCA42F0-B7D9-48FF-AD2B-85DA27B9FC1B}"/>
              </a:ext>
            </a:extLst>
          </p:cNvPr>
          <p:cNvSpPr>
            <a:spLocks xmlns:a="http://schemas.openxmlformats.org/drawingml/2006/main" noGrp="1"/>
          </p:cNvSpPr>
          <p:nvPr/>
        </p:nvSpPr>
        <p:spPr>
          <a:xfrm xmlns:a="http://schemas.openxmlformats.org/drawingml/2006/main">
            <a:off x="8347790" y="581798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0" name="">
            <a:extLst xmlns:a="http://schemas.openxmlformats.org/drawingml/2006/main">
              <a:ext uri="{FF2B5EF4-FFF2-40B4-BE49-F238E27FC236}">
                <a16:creationId xmlns:a16="http://schemas.microsoft.com/office/drawing/2014/main" id="{8BCACC0A-584B-442C-A825-A082112157A8}"/>
              </a:ext>
            </a:extLst>
          </p:cNvPr>
          <p:cNvSpPr>
            <a:spLocks xmlns:a="http://schemas.openxmlformats.org/drawingml/2006/main" noGrp="1"/>
          </p:cNvSpPr>
          <p:nvPr/>
        </p:nvSpPr>
        <p:spPr>
          <a:xfrm xmlns:a="http://schemas.openxmlformats.org/drawingml/2006/main">
            <a:off x="9227298" y="643092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1" name="">
            <a:extLst xmlns:a="http://schemas.openxmlformats.org/drawingml/2006/main">
              <a:ext uri="{FF2B5EF4-FFF2-40B4-BE49-F238E27FC236}">
                <a16:creationId xmlns:a16="http://schemas.microsoft.com/office/drawing/2014/main" id="{BED353BA-D305-4B9D-ABE1-DAD72C17AE56}"/>
              </a:ext>
            </a:extLst>
          </p:cNvPr>
          <p:cNvSpPr>
            <a:spLocks xmlns:a="http://schemas.openxmlformats.org/drawingml/2006/main" noGrp="1"/>
          </p:cNvSpPr>
          <p:nvPr/>
        </p:nvSpPr>
        <p:spPr>
          <a:xfrm xmlns:a="http://schemas.openxmlformats.org/drawingml/2006/main">
            <a:off x="9281564" y="552168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2" name="">
            <a:extLst xmlns:a="http://schemas.openxmlformats.org/drawingml/2006/main">
              <a:ext uri="{FF2B5EF4-FFF2-40B4-BE49-F238E27FC236}">
                <a16:creationId xmlns:a16="http://schemas.microsoft.com/office/drawing/2014/main" id="{C604AAE6-8816-4308-AF19-9483E789F68A}"/>
              </a:ext>
            </a:extLst>
          </p:cNvPr>
          <p:cNvSpPr>
            <a:spLocks xmlns:a="http://schemas.openxmlformats.org/drawingml/2006/main" noGrp="1"/>
          </p:cNvSpPr>
          <p:nvPr/>
        </p:nvSpPr>
        <p:spPr>
          <a:xfrm xmlns:a="http://schemas.openxmlformats.org/drawingml/2006/main">
            <a:off x="8275079" y="670322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3" name="">
            <a:extLst xmlns:a="http://schemas.openxmlformats.org/drawingml/2006/main">
              <a:ext uri="{FF2B5EF4-FFF2-40B4-BE49-F238E27FC236}">
                <a16:creationId xmlns:a16="http://schemas.microsoft.com/office/drawing/2014/main" id="{6618CECD-18E2-422C-9E8A-ACE13A729587}"/>
              </a:ext>
            </a:extLst>
          </p:cNvPr>
          <p:cNvSpPr>
            <a:spLocks xmlns:a="http://schemas.openxmlformats.org/drawingml/2006/main" noGrp="1"/>
          </p:cNvSpPr>
          <p:nvPr/>
        </p:nvSpPr>
        <p:spPr>
          <a:xfrm xmlns:a="http://schemas.openxmlformats.org/drawingml/2006/main">
            <a:off x="8504473" y="65676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4" name="">
            <a:extLst xmlns:a="http://schemas.openxmlformats.org/drawingml/2006/main">
              <a:ext uri="{FF2B5EF4-FFF2-40B4-BE49-F238E27FC236}">
                <a16:creationId xmlns:a16="http://schemas.microsoft.com/office/drawing/2014/main" id="{CF49D4E0-81A7-4A4F-9DAB-575AF5FAAB90}"/>
              </a:ext>
            </a:extLst>
          </p:cNvPr>
          <p:cNvSpPr>
            <a:spLocks xmlns:a="http://schemas.openxmlformats.org/drawingml/2006/main" noGrp="1"/>
          </p:cNvSpPr>
          <p:nvPr/>
        </p:nvSpPr>
        <p:spPr>
          <a:xfrm xmlns:a="http://schemas.openxmlformats.org/drawingml/2006/main">
            <a:off x="9892553" y="66929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5" name="">
            <a:extLst xmlns:a="http://schemas.openxmlformats.org/drawingml/2006/main">
              <a:ext uri="{FF2B5EF4-FFF2-40B4-BE49-F238E27FC236}">
                <a16:creationId xmlns:a16="http://schemas.microsoft.com/office/drawing/2014/main" id="{074E6189-4B7A-4284-A247-585C7104124E}"/>
              </a:ext>
            </a:extLst>
          </p:cNvPr>
          <p:cNvSpPr>
            <a:spLocks xmlns:a="http://schemas.openxmlformats.org/drawingml/2006/main" noGrp="1"/>
          </p:cNvSpPr>
          <p:nvPr/>
        </p:nvSpPr>
        <p:spPr>
          <a:xfrm xmlns:a="http://schemas.openxmlformats.org/drawingml/2006/main">
            <a:off x="2553898" y="447351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6" name="">
            <a:extLst xmlns:a="http://schemas.openxmlformats.org/drawingml/2006/main">
              <a:ext uri="{FF2B5EF4-FFF2-40B4-BE49-F238E27FC236}">
                <a16:creationId xmlns:a16="http://schemas.microsoft.com/office/drawing/2014/main" id="{8DB052AE-1F0D-4926-B2F9-12204628B12F}"/>
              </a:ext>
            </a:extLst>
          </p:cNvPr>
          <p:cNvSpPr>
            <a:spLocks xmlns:a="http://schemas.openxmlformats.org/drawingml/2006/main" noGrp="1"/>
          </p:cNvSpPr>
          <p:nvPr/>
        </p:nvSpPr>
        <p:spPr>
          <a:xfrm xmlns:a="http://schemas.openxmlformats.org/drawingml/2006/main">
            <a:off x="2553374" y="454163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7" name="">
            <a:extLst xmlns:a="http://schemas.openxmlformats.org/drawingml/2006/main">
              <a:ext uri="{FF2B5EF4-FFF2-40B4-BE49-F238E27FC236}">
                <a16:creationId xmlns:a16="http://schemas.microsoft.com/office/drawing/2014/main" id="{E9D375BE-97E2-45DB-8199-A8DF4F8F9B0D}"/>
              </a:ext>
            </a:extLst>
          </p:cNvPr>
          <p:cNvSpPr>
            <a:spLocks xmlns:a="http://schemas.openxmlformats.org/drawingml/2006/main" noGrp="1"/>
          </p:cNvSpPr>
          <p:nvPr/>
        </p:nvSpPr>
        <p:spPr>
          <a:xfrm xmlns:a="http://schemas.openxmlformats.org/drawingml/2006/main">
            <a:off x="1997903" y="330303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8" name="">
            <a:extLst xmlns:a="http://schemas.openxmlformats.org/drawingml/2006/main">
              <a:ext uri="{FF2B5EF4-FFF2-40B4-BE49-F238E27FC236}">
                <a16:creationId xmlns:a16="http://schemas.microsoft.com/office/drawing/2014/main" id="{02E246F6-8A61-46E3-B8FB-451059455473}"/>
              </a:ext>
            </a:extLst>
          </p:cNvPr>
          <p:cNvSpPr>
            <a:spLocks xmlns:a="http://schemas.openxmlformats.org/drawingml/2006/main" noGrp="1"/>
          </p:cNvSpPr>
          <p:nvPr/>
        </p:nvSpPr>
        <p:spPr>
          <a:xfrm xmlns:a="http://schemas.openxmlformats.org/drawingml/2006/main">
            <a:off x="2287627" y="40224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89" name="">
            <a:extLst xmlns:a="http://schemas.openxmlformats.org/drawingml/2006/main">
              <a:ext uri="{FF2B5EF4-FFF2-40B4-BE49-F238E27FC236}">
                <a16:creationId xmlns:a16="http://schemas.microsoft.com/office/drawing/2014/main" id="{59EAD10F-F5C3-4307-AD26-83A5E8D61E3F}"/>
              </a:ext>
            </a:extLst>
          </p:cNvPr>
          <p:cNvSpPr>
            <a:spLocks xmlns:a="http://schemas.openxmlformats.org/drawingml/2006/main" noGrp="1"/>
          </p:cNvSpPr>
          <p:nvPr/>
        </p:nvSpPr>
        <p:spPr>
          <a:xfrm xmlns:a="http://schemas.openxmlformats.org/drawingml/2006/main">
            <a:off x="1907667" y="401383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0" name="">
            <a:extLst xmlns:a="http://schemas.openxmlformats.org/drawingml/2006/main">
              <a:ext uri="{FF2B5EF4-FFF2-40B4-BE49-F238E27FC236}">
                <a16:creationId xmlns:a16="http://schemas.microsoft.com/office/drawing/2014/main" id="{D4FC3040-EEF6-44B5-84AE-7EA3845AE6D1}"/>
              </a:ext>
            </a:extLst>
          </p:cNvPr>
          <p:cNvSpPr>
            <a:spLocks xmlns:a="http://schemas.openxmlformats.org/drawingml/2006/main" noGrp="1"/>
          </p:cNvSpPr>
          <p:nvPr/>
        </p:nvSpPr>
        <p:spPr>
          <a:xfrm xmlns:a="http://schemas.openxmlformats.org/drawingml/2006/main">
            <a:off x="2104845" y="437929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1" name="">
            <a:extLst xmlns:a="http://schemas.openxmlformats.org/drawingml/2006/main">
              <a:ext uri="{FF2B5EF4-FFF2-40B4-BE49-F238E27FC236}">
                <a16:creationId xmlns:a16="http://schemas.microsoft.com/office/drawing/2014/main" id="{5D009070-99A1-454B-ADEE-54C22A304F90}"/>
              </a:ext>
            </a:extLst>
          </p:cNvPr>
          <p:cNvSpPr>
            <a:spLocks xmlns:a="http://schemas.openxmlformats.org/drawingml/2006/main" noGrp="1"/>
          </p:cNvSpPr>
          <p:nvPr/>
        </p:nvSpPr>
        <p:spPr>
          <a:xfrm xmlns:a="http://schemas.openxmlformats.org/drawingml/2006/main">
            <a:off x="2100588" y="439343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2" name="">
            <a:extLst xmlns:a="http://schemas.openxmlformats.org/drawingml/2006/main">
              <a:ext uri="{FF2B5EF4-FFF2-40B4-BE49-F238E27FC236}">
                <a16:creationId xmlns:a16="http://schemas.microsoft.com/office/drawing/2014/main" id="{4B26EB3A-DAEA-4956-8979-1F56C606DE33}"/>
              </a:ext>
            </a:extLst>
          </p:cNvPr>
          <p:cNvSpPr>
            <a:spLocks xmlns:a="http://schemas.openxmlformats.org/drawingml/2006/main" noGrp="1"/>
          </p:cNvSpPr>
          <p:nvPr/>
        </p:nvSpPr>
        <p:spPr>
          <a:xfrm xmlns:a="http://schemas.openxmlformats.org/drawingml/2006/main">
            <a:off x="1548613" y="449246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3" name="">
            <a:extLst xmlns:a="http://schemas.openxmlformats.org/drawingml/2006/main">
              <a:ext uri="{FF2B5EF4-FFF2-40B4-BE49-F238E27FC236}">
                <a16:creationId xmlns:a16="http://schemas.microsoft.com/office/drawing/2014/main" id="{6895D646-2CA2-48DA-800D-73CA1220CA48}"/>
              </a:ext>
            </a:extLst>
          </p:cNvPr>
          <p:cNvSpPr>
            <a:spLocks xmlns:a="http://schemas.openxmlformats.org/drawingml/2006/main" noGrp="1"/>
          </p:cNvSpPr>
          <p:nvPr/>
        </p:nvSpPr>
        <p:spPr>
          <a:xfrm xmlns:a="http://schemas.openxmlformats.org/drawingml/2006/main">
            <a:off x="2707699" y="334087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4" name="">
            <a:extLst xmlns:a="http://schemas.openxmlformats.org/drawingml/2006/main">
              <a:ext uri="{FF2B5EF4-FFF2-40B4-BE49-F238E27FC236}">
                <a16:creationId xmlns:a16="http://schemas.microsoft.com/office/drawing/2014/main" id="{3C9CB2EC-ADDE-4448-B658-B6E531CD98B1}"/>
              </a:ext>
            </a:extLst>
          </p:cNvPr>
          <p:cNvSpPr>
            <a:spLocks xmlns:a="http://schemas.openxmlformats.org/drawingml/2006/main" noGrp="1"/>
          </p:cNvSpPr>
          <p:nvPr/>
        </p:nvSpPr>
        <p:spPr>
          <a:xfrm xmlns:a="http://schemas.openxmlformats.org/drawingml/2006/main">
            <a:off x="9227126" y="675364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5" name="">
            <a:extLst xmlns:a="http://schemas.openxmlformats.org/drawingml/2006/main">
              <a:ext uri="{FF2B5EF4-FFF2-40B4-BE49-F238E27FC236}">
                <a16:creationId xmlns:a16="http://schemas.microsoft.com/office/drawing/2014/main" id="{E48E2342-E9A9-492F-9FD8-B78C6EA72A49}"/>
              </a:ext>
            </a:extLst>
          </p:cNvPr>
          <p:cNvSpPr>
            <a:spLocks xmlns:a="http://schemas.openxmlformats.org/drawingml/2006/main" noGrp="1"/>
          </p:cNvSpPr>
          <p:nvPr/>
        </p:nvSpPr>
        <p:spPr>
          <a:xfrm xmlns:a="http://schemas.openxmlformats.org/drawingml/2006/main">
            <a:off x="2778020" y="284309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6" name="">
            <a:extLst xmlns:a="http://schemas.openxmlformats.org/drawingml/2006/main">
              <a:ext uri="{FF2B5EF4-FFF2-40B4-BE49-F238E27FC236}">
                <a16:creationId xmlns:a16="http://schemas.microsoft.com/office/drawing/2014/main" id="{BA430B23-27F6-4E6D-90AA-1D90A47725E8}"/>
              </a:ext>
            </a:extLst>
          </p:cNvPr>
          <p:cNvSpPr>
            <a:spLocks xmlns:a="http://schemas.openxmlformats.org/drawingml/2006/main" noGrp="1"/>
          </p:cNvSpPr>
          <p:nvPr/>
        </p:nvSpPr>
        <p:spPr>
          <a:xfrm xmlns:a="http://schemas.openxmlformats.org/drawingml/2006/main">
            <a:off x="7552527" y="541070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7" name="">
            <a:extLst xmlns:a="http://schemas.openxmlformats.org/drawingml/2006/main">
              <a:ext uri="{FF2B5EF4-FFF2-40B4-BE49-F238E27FC236}">
                <a16:creationId xmlns:a16="http://schemas.microsoft.com/office/drawing/2014/main" id="{B915DC41-3752-4BFA-B069-995C1E4B05C7}"/>
              </a:ext>
            </a:extLst>
          </p:cNvPr>
          <p:cNvSpPr>
            <a:spLocks xmlns:a="http://schemas.openxmlformats.org/drawingml/2006/main" noGrp="1"/>
          </p:cNvSpPr>
          <p:nvPr/>
        </p:nvSpPr>
        <p:spPr>
          <a:xfrm xmlns:a="http://schemas.openxmlformats.org/drawingml/2006/main">
            <a:off x="6894926" y="495365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8" name="">
            <a:extLst xmlns:a="http://schemas.openxmlformats.org/drawingml/2006/main">
              <a:ext uri="{FF2B5EF4-FFF2-40B4-BE49-F238E27FC236}">
                <a16:creationId xmlns:a16="http://schemas.microsoft.com/office/drawing/2014/main" id="{9F1A2450-1EB4-45CE-B8CB-372D21C04F63}"/>
              </a:ext>
            </a:extLst>
          </p:cNvPr>
          <p:cNvSpPr>
            <a:spLocks xmlns:a="http://schemas.openxmlformats.org/drawingml/2006/main" noGrp="1"/>
          </p:cNvSpPr>
          <p:nvPr/>
        </p:nvSpPr>
        <p:spPr>
          <a:xfrm xmlns:a="http://schemas.openxmlformats.org/drawingml/2006/main">
            <a:off x="6936376" y="483382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199" name="">
            <a:extLst xmlns:a="http://schemas.openxmlformats.org/drawingml/2006/main">
              <a:ext uri="{FF2B5EF4-FFF2-40B4-BE49-F238E27FC236}">
                <a16:creationId xmlns:a16="http://schemas.microsoft.com/office/drawing/2014/main" id="{5B4BE293-EEE8-4F47-A02B-A98CF054A2C2}"/>
              </a:ext>
            </a:extLst>
          </p:cNvPr>
          <p:cNvSpPr>
            <a:spLocks xmlns:a="http://schemas.openxmlformats.org/drawingml/2006/main" noGrp="1"/>
          </p:cNvSpPr>
          <p:nvPr/>
        </p:nvSpPr>
        <p:spPr>
          <a:xfrm xmlns:a="http://schemas.openxmlformats.org/drawingml/2006/main">
            <a:off x="6719525" y="594704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0" name="">
            <a:extLst xmlns:a="http://schemas.openxmlformats.org/drawingml/2006/main">
              <a:ext uri="{FF2B5EF4-FFF2-40B4-BE49-F238E27FC236}">
                <a16:creationId xmlns:a16="http://schemas.microsoft.com/office/drawing/2014/main" id="{C9560371-40ED-4D18-B2AC-AAB82585E490}"/>
              </a:ext>
            </a:extLst>
          </p:cNvPr>
          <p:cNvSpPr>
            <a:spLocks xmlns:a="http://schemas.openxmlformats.org/drawingml/2006/main" noGrp="1"/>
          </p:cNvSpPr>
          <p:nvPr/>
        </p:nvSpPr>
        <p:spPr>
          <a:xfrm xmlns:a="http://schemas.openxmlformats.org/drawingml/2006/main">
            <a:off x="7041909" y="636055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1" name="">
            <a:extLst xmlns:a="http://schemas.openxmlformats.org/drawingml/2006/main">
              <a:ext uri="{FF2B5EF4-FFF2-40B4-BE49-F238E27FC236}">
                <a16:creationId xmlns:a16="http://schemas.microsoft.com/office/drawing/2014/main" id="{692C949F-367C-4040-ADD1-F27D4BF4F7C5}"/>
              </a:ext>
            </a:extLst>
          </p:cNvPr>
          <p:cNvSpPr>
            <a:spLocks xmlns:a="http://schemas.openxmlformats.org/drawingml/2006/main" noGrp="1"/>
          </p:cNvSpPr>
          <p:nvPr/>
        </p:nvSpPr>
        <p:spPr>
          <a:xfrm xmlns:a="http://schemas.openxmlformats.org/drawingml/2006/main">
            <a:off x="6899127" y="496368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2" name="">
            <a:extLst xmlns:a="http://schemas.openxmlformats.org/drawingml/2006/main">
              <a:ext uri="{FF2B5EF4-FFF2-40B4-BE49-F238E27FC236}">
                <a16:creationId xmlns:a16="http://schemas.microsoft.com/office/drawing/2014/main" id="{5395D766-E222-4C07-A4D2-77D47B82B907}"/>
              </a:ext>
            </a:extLst>
          </p:cNvPr>
          <p:cNvSpPr>
            <a:spLocks xmlns:a="http://schemas.openxmlformats.org/drawingml/2006/main" noGrp="1"/>
          </p:cNvSpPr>
          <p:nvPr/>
        </p:nvSpPr>
        <p:spPr>
          <a:xfrm xmlns:a="http://schemas.openxmlformats.org/drawingml/2006/main">
            <a:off x="2795581" y="323506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3" name="">
            <a:extLst xmlns:a="http://schemas.openxmlformats.org/drawingml/2006/main">
              <a:ext uri="{FF2B5EF4-FFF2-40B4-BE49-F238E27FC236}">
                <a16:creationId xmlns:a16="http://schemas.microsoft.com/office/drawing/2014/main" id="{B66EB93E-3918-4E89-93CF-7DC0E2C6BCEE}"/>
              </a:ext>
            </a:extLst>
          </p:cNvPr>
          <p:cNvSpPr>
            <a:spLocks xmlns:a="http://schemas.openxmlformats.org/drawingml/2006/main" noGrp="1"/>
          </p:cNvSpPr>
          <p:nvPr/>
        </p:nvSpPr>
        <p:spPr>
          <a:xfrm xmlns:a="http://schemas.openxmlformats.org/drawingml/2006/main">
            <a:off x="9956375" y="677562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4" name="">
            <a:extLst xmlns:a="http://schemas.openxmlformats.org/drawingml/2006/main">
              <a:ext uri="{FF2B5EF4-FFF2-40B4-BE49-F238E27FC236}">
                <a16:creationId xmlns:a16="http://schemas.microsoft.com/office/drawing/2014/main" id="{FBE40ED1-A1FF-4276-8706-9D541592366E}"/>
              </a:ext>
            </a:extLst>
          </p:cNvPr>
          <p:cNvSpPr>
            <a:spLocks xmlns:a="http://schemas.openxmlformats.org/drawingml/2006/main" noGrp="1"/>
          </p:cNvSpPr>
          <p:nvPr/>
        </p:nvSpPr>
        <p:spPr>
          <a:xfrm xmlns:a="http://schemas.openxmlformats.org/drawingml/2006/main">
            <a:off x="6273013" y="510206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5" name="">
            <a:extLst xmlns:a="http://schemas.openxmlformats.org/drawingml/2006/main">
              <a:ext uri="{FF2B5EF4-FFF2-40B4-BE49-F238E27FC236}">
                <a16:creationId xmlns:a16="http://schemas.microsoft.com/office/drawing/2014/main" id="{9A1BE9DE-2993-4DBD-B5FF-38C12F469E85}"/>
              </a:ext>
            </a:extLst>
          </p:cNvPr>
          <p:cNvSpPr>
            <a:spLocks xmlns:a="http://schemas.openxmlformats.org/drawingml/2006/main" noGrp="1"/>
          </p:cNvSpPr>
          <p:nvPr/>
        </p:nvSpPr>
        <p:spPr>
          <a:xfrm xmlns:a="http://schemas.openxmlformats.org/drawingml/2006/main">
            <a:off x="2059391" y="445639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6" name="">
            <a:extLst xmlns:a="http://schemas.openxmlformats.org/drawingml/2006/main">
              <a:ext uri="{FF2B5EF4-FFF2-40B4-BE49-F238E27FC236}">
                <a16:creationId xmlns:a16="http://schemas.microsoft.com/office/drawing/2014/main" id="{16AD1C76-8630-4DCC-A53E-36D2BE4CB00E}"/>
              </a:ext>
            </a:extLst>
          </p:cNvPr>
          <p:cNvSpPr>
            <a:spLocks xmlns:a="http://schemas.openxmlformats.org/drawingml/2006/main" noGrp="1"/>
          </p:cNvSpPr>
          <p:nvPr/>
        </p:nvSpPr>
        <p:spPr>
          <a:xfrm xmlns:a="http://schemas.openxmlformats.org/drawingml/2006/main">
            <a:off x="2019872" y="375308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7" name="">
            <a:extLst xmlns:a="http://schemas.openxmlformats.org/drawingml/2006/main">
              <a:ext uri="{FF2B5EF4-FFF2-40B4-BE49-F238E27FC236}">
                <a16:creationId xmlns:a16="http://schemas.microsoft.com/office/drawing/2014/main" id="{BCA9B820-C806-444A-B66C-8B3160C98859}"/>
              </a:ext>
            </a:extLst>
          </p:cNvPr>
          <p:cNvSpPr>
            <a:spLocks xmlns:a="http://schemas.openxmlformats.org/drawingml/2006/main" noGrp="1"/>
          </p:cNvSpPr>
          <p:nvPr/>
        </p:nvSpPr>
        <p:spPr>
          <a:xfrm xmlns:a="http://schemas.openxmlformats.org/drawingml/2006/main">
            <a:off x="2011604" y="37876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8" name="">
            <a:extLst xmlns:a="http://schemas.openxmlformats.org/drawingml/2006/main">
              <a:ext uri="{FF2B5EF4-FFF2-40B4-BE49-F238E27FC236}">
                <a16:creationId xmlns:a16="http://schemas.microsoft.com/office/drawing/2014/main" id="{C58BFFD0-29EF-4225-8394-671706CD7476}"/>
              </a:ext>
            </a:extLst>
          </p:cNvPr>
          <p:cNvSpPr>
            <a:spLocks xmlns:a="http://schemas.openxmlformats.org/drawingml/2006/main" noGrp="1"/>
          </p:cNvSpPr>
          <p:nvPr/>
        </p:nvSpPr>
        <p:spPr>
          <a:xfrm xmlns:a="http://schemas.openxmlformats.org/drawingml/2006/main">
            <a:off x="9191856" y="682609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09" name="">
            <a:extLst xmlns:a="http://schemas.openxmlformats.org/drawingml/2006/main">
              <a:ext uri="{FF2B5EF4-FFF2-40B4-BE49-F238E27FC236}">
                <a16:creationId xmlns:a16="http://schemas.microsoft.com/office/drawing/2014/main" id="{E2D42B63-0D25-4F22-8A17-790F28CA10A5}"/>
              </a:ext>
            </a:extLst>
          </p:cNvPr>
          <p:cNvSpPr>
            <a:spLocks xmlns:a="http://schemas.openxmlformats.org/drawingml/2006/main" noGrp="1"/>
          </p:cNvSpPr>
          <p:nvPr/>
        </p:nvSpPr>
        <p:spPr>
          <a:xfrm xmlns:a="http://schemas.openxmlformats.org/drawingml/2006/main">
            <a:off x="7766159" y="620458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0" name="">
            <a:extLst xmlns:a="http://schemas.openxmlformats.org/drawingml/2006/main">
              <a:ext uri="{FF2B5EF4-FFF2-40B4-BE49-F238E27FC236}">
                <a16:creationId xmlns:a16="http://schemas.microsoft.com/office/drawing/2014/main" id="{9C35C8BA-5601-444B-9B21-B9AEE78F35E5}"/>
              </a:ext>
            </a:extLst>
          </p:cNvPr>
          <p:cNvSpPr>
            <a:spLocks xmlns:a="http://schemas.openxmlformats.org/drawingml/2006/main" noGrp="1"/>
          </p:cNvSpPr>
          <p:nvPr/>
        </p:nvSpPr>
        <p:spPr>
          <a:xfrm xmlns:a="http://schemas.openxmlformats.org/drawingml/2006/main">
            <a:off x="6928625" y="62124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1" name="">
            <a:extLst xmlns:a="http://schemas.openxmlformats.org/drawingml/2006/main">
              <a:ext uri="{FF2B5EF4-FFF2-40B4-BE49-F238E27FC236}">
                <a16:creationId xmlns:a16="http://schemas.microsoft.com/office/drawing/2014/main" id="{4302EBEA-0B53-4781-BB28-6EC074F35DB1}"/>
              </a:ext>
            </a:extLst>
          </p:cNvPr>
          <p:cNvSpPr>
            <a:spLocks xmlns:a="http://schemas.openxmlformats.org/drawingml/2006/main" noGrp="1"/>
          </p:cNvSpPr>
          <p:nvPr/>
        </p:nvSpPr>
        <p:spPr>
          <a:xfrm xmlns:a="http://schemas.openxmlformats.org/drawingml/2006/main">
            <a:off x="884834" y="402455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2" name="">
            <a:extLst xmlns:a="http://schemas.openxmlformats.org/drawingml/2006/main">
              <a:ext uri="{FF2B5EF4-FFF2-40B4-BE49-F238E27FC236}">
                <a16:creationId xmlns:a16="http://schemas.microsoft.com/office/drawing/2014/main" id="{E166BE7A-E1C7-4453-8319-A78F88F15437}"/>
              </a:ext>
            </a:extLst>
          </p:cNvPr>
          <p:cNvSpPr>
            <a:spLocks xmlns:a="http://schemas.openxmlformats.org/drawingml/2006/main" noGrp="1"/>
          </p:cNvSpPr>
          <p:nvPr/>
        </p:nvSpPr>
        <p:spPr>
          <a:xfrm xmlns:a="http://schemas.openxmlformats.org/drawingml/2006/main">
            <a:off x="6764653" y="528093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3" name="">
            <a:extLst xmlns:a="http://schemas.openxmlformats.org/drawingml/2006/main">
              <a:ext uri="{FF2B5EF4-FFF2-40B4-BE49-F238E27FC236}">
                <a16:creationId xmlns:a16="http://schemas.microsoft.com/office/drawing/2014/main" id="{C14BE725-4B3A-4A3C-A129-AFA7AC1DF0D0}"/>
              </a:ext>
            </a:extLst>
          </p:cNvPr>
          <p:cNvSpPr>
            <a:spLocks xmlns:a="http://schemas.openxmlformats.org/drawingml/2006/main" noGrp="1"/>
          </p:cNvSpPr>
          <p:nvPr/>
        </p:nvSpPr>
        <p:spPr>
          <a:xfrm xmlns:a="http://schemas.openxmlformats.org/drawingml/2006/main">
            <a:off x="9335592" y="675088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4" name="">
            <a:extLst xmlns:a="http://schemas.openxmlformats.org/drawingml/2006/main">
              <a:ext uri="{FF2B5EF4-FFF2-40B4-BE49-F238E27FC236}">
                <a16:creationId xmlns:a16="http://schemas.microsoft.com/office/drawing/2014/main" id="{65F05929-CC08-4CA0-AD44-7A98C44E87CE}"/>
              </a:ext>
            </a:extLst>
          </p:cNvPr>
          <p:cNvSpPr>
            <a:spLocks xmlns:a="http://schemas.openxmlformats.org/drawingml/2006/main" noGrp="1"/>
          </p:cNvSpPr>
          <p:nvPr/>
        </p:nvSpPr>
        <p:spPr>
          <a:xfrm xmlns:a="http://schemas.openxmlformats.org/drawingml/2006/main">
            <a:off x="9276889" y="698122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5" name="">
            <a:extLst xmlns:a="http://schemas.openxmlformats.org/drawingml/2006/main">
              <a:ext uri="{FF2B5EF4-FFF2-40B4-BE49-F238E27FC236}">
                <a16:creationId xmlns:a16="http://schemas.microsoft.com/office/drawing/2014/main" id="{DD98E1D9-E2A8-4FBB-A435-D7A8C31C05AD}"/>
              </a:ext>
            </a:extLst>
          </p:cNvPr>
          <p:cNvSpPr>
            <a:spLocks xmlns:a="http://schemas.openxmlformats.org/drawingml/2006/main" noGrp="1"/>
          </p:cNvSpPr>
          <p:nvPr/>
        </p:nvSpPr>
        <p:spPr>
          <a:xfrm xmlns:a="http://schemas.openxmlformats.org/drawingml/2006/main">
            <a:off x="2638175" y="418624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6" name="">
            <a:extLst xmlns:a="http://schemas.openxmlformats.org/drawingml/2006/main">
              <a:ext uri="{FF2B5EF4-FFF2-40B4-BE49-F238E27FC236}">
                <a16:creationId xmlns:a16="http://schemas.microsoft.com/office/drawing/2014/main" id="{486B344E-F850-4D65-A5CB-C43D22C2901C}"/>
              </a:ext>
            </a:extLst>
          </p:cNvPr>
          <p:cNvSpPr>
            <a:spLocks xmlns:a="http://schemas.openxmlformats.org/drawingml/2006/main" noGrp="1"/>
          </p:cNvSpPr>
          <p:nvPr/>
        </p:nvSpPr>
        <p:spPr>
          <a:xfrm xmlns:a="http://schemas.openxmlformats.org/drawingml/2006/main">
            <a:off x="2455931" y="422276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7" name="">
            <a:extLst xmlns:a="http://schemas.openxmlformats.org/drawingml/2006/main">
              <a:ext uri="{FF2B5EF4-FFF2-40B4-BE49-F238E27FC236}">
                <a16:creationId xmlns:a16="http://schemas.microsoft.com/office/drawing/2014/main" id="{2B29D9B7-266A-4F4A-8E29-B90B2B2E40BE}"/>
              </a:ext>
            </a:extLst>
          </p:cNvPr>
          <p:cNvSpPr>
            <a:spLocks xmlns:a="http://schemas.openxmlformats.org/drawingml/2006/main" noGrp="1"/>
          </p:cNvSpPr>
          <p:nvPr/>
        </p:nvSpPr>
        <p:spPr>
          <a:xfrm xmlns:a="http://schemas.openxmlformats.org/drawingml/2006/main">
            <a:off x="3768270" y="490187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8" name="">
            <a:extLst xmlns:a="http://schemas.openxmlformats.org/drawingml/2006/main">
              <a:ext uri="{FF2B5EF4-FFF2-40B4-BE49-F238E27FC236}">
                <a16:creationId xmlns:a16="http://schemas.microsoft.com/office/drawing/2014/main" id="{3C34E8E8-7D7E-4EF7-B2CC-0C31F1A25CED}"/>
              </a:ext>
            </a:extLst>
          </p:cNvPr>
          <p:cNvSpPr>
            <a:spLocks xmlns:a="http://schemas.openxmlformats.org/drawingml/2006/main" noGrp="1"/>
          </p:cNvSpPr>
          <p:nvPr/>
        </p:nvSpPr>
        <p:spPr>
          <a:xfrm xmlns:a="http://schemas.openxmlformats.org/drawingml/2006/main">
            <a:off x="5578526" y="504610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19" name="">
            <a:extLst xmlns:a="http://schemas.openxmlformats.org/drawingml/2006/main">
              <a:ext uri="{FF2B5EF4-FFF2-40B4-BE49-F238E27FC236}">
                <a16:creationId xmlns:a16="http://schemas.microsoft.com/office/drawing/2014/main" id="{7D6FDF9C-1278-4771-B63F-F7B406DD3BCE}"/>
              </a:ext>
            </a:extLst>
          </p:cNvPr>
          <p:cNvSpPr>
            <a:spLocks xmlns:a="http://schemas.openxmlformats.org/drawingml/2006/main" noGrp="1"/>
          </p:cNvSpPr>
          <p:nvPr/>
        </p:nvSpPr>
        <p:spPr>
          <a:xfrm xmlns:a="http://schemas.openxmlformats.org/drawingml/2006/main">
            <a:off x="6178643" y="564773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0" name="">
            <a:extLst xmlns:a="http://schemas.openxmlformats.org/drawingml/2006/main">
              <a:ext uri="{FF2B5EF4-FFF2-40B4-BE49-F238E27FC236}">
                <a16:creationId xmlns:a16="http://schemas.microsoft.com/office/drawing/2014/main" id="{4949EE5D-C02B-43B7-B96A-7A62496EEFDD}"/>
              </a:ext>
            </a:extLst>
          </p:cNvPr>
          <p:cNvSpPr>
            <a:spLocks xmlns:a="http://schemas.openxmlformats.org/drawingml/2006/main" noGrp="1"/>
          </p:cNvSpPr>
          <p:nvPr/>
        </p:nvSpPr>
        <p:spPr>
          <a:xfrm xmlns:a="http://schemas.openxmlformats.org/drawingml/2006/main">
            <a:off x="1189676" y="320421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1" name="">
            <a:extLst xmlns:a="http://schemas.openxmlformats.org/drawingml/2006/main">
              <a:ext uri="{FF2B5EF4-FFF2-40B4-BE49-F238E27FC236}">
                <a16:creationId xmlns:a16="http://schemas.microsoft.com/office/drawing/2014/main" id="{88AEE138-425D-400A-8FD0-A7B86DA06E20}"/>
              </a:ext>
            </a:extLst>
          </p:cNvPr>
          <p:cNvSpPr>
            <a:spLocks xmlns:a="http://schemas.openxmlformats.org/drawingml/2006/main" noGrp="1"/>
          </p:cNvSpPr>
          <p:nvPr/>
        </p:nvSpPr>
        <p:spPr>
          <a:xfrm xmlns:a="http://schemas.openxmlformats.org/drawingml/2006/main">
            <a:off x="5161261" y="521940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2" name="">
            <a:extLst xmlns:a="http://schemas.openxmlformats.org/drawingml/2006/main">
              <a:ext uri="{FF2B5EF4-FFF2-40B4-BE49-F238E27FC236}">
                <a16:creationId xmlns:a16="http://schemas.microsoft.com/office/drawing/2014/main" id="{9D1B67D7-6F65-48BD-A8CF-D8A7BFBA7241}"/>
              </a:ext>
            </a:extLst>
          </p:cNvPr>
          <p:cNvSpPr>
            <a:spLocks xmlns:a="http://schemas.openxmlformats.org/drawingml/2006/main" noGrp="1"/>
          </p:cNvSpPr>
          <p:nvPr/>
        </p:nvSpPr>
        <p:spPr>
          <a:xfrm xmlns:a="http://schemas.openxmlformats.org/drawingml/2006/main">
            <a:off x="2130895" y="377332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3" name="">
            <a:extLst xmlns:a="http://schemas.openxmlformats.org/drawingml/2006/main">
              <a:ext uri="{FF2B5EF4-FFF2-40B4-BE49-F238E27FC236}">
                <a16:creationId xmlns:a16="http://schemas.microsoft.com/office/drawing/2014/main" id="{48037F9B-54AE-4E48-88AD-89D0A8BB7025}"/>
              </a:ext>
            </a:extLst>
          </p:cNvPr>
          <p:cNvSpPr>
            <a:spLocks xmlns:a="http://schemas.openxmlformats.org/drawingml/2006/main" noGrp="1"/>
          </p:cNvSpPr>
          <p:nvPr/>
        </p:nvSpPr>
        <p:spPr>
          <a:xfrm xmlns:a="http://schemas.openxmlformats.org/drawingml/2006/main">
            <a:off x="6286850" y="569419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4" name="">
            <a:extLst xmlns:a="http://schemas.openxmlformats.org/drawingml/2006/main">
              <a:ext uri="{FF2B5EF4-FFF2-40B4-BE49-F238E27FC236}">
                <a16:creationId xmlns:a16="http://schemas.microsoft.com/office/drawing/2014/main" id="{D66E692C-01EA-4E0F-BFB0-975431F5C011}"/>
              </a:ext>
            </a:extLst>
          </p:cNvPr>
          <p:cNvSpPr>
            <a:spLocks xmlns:a="http://schemas.openxmlformats.org/drawingml/2006/main" noGrp="1"/>
          </p:cNvSpPr>
          <p:nvPr/>
        </p:nvSpPr>
        <p:spPr>
          <a:xfrm xmlns:a="http://schemas.openxmlformats.org/drawingml/2006/main">
            <a:off x="6886948" y="554081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5" name="">
            <a:extLst xmlns:a="http://schemas.openxmlformats.org/drawingml/2006/main">
              <a:ext uri="{FF2B5EF4-FFF2-40B4-BE49-F238E27FC236}">
                <a16:creationId xmlns:a16="http://schemas.microsoft.com/office/drawing/2014/main" id="{1E985FF9-2BB0-4CA4-99CF-593E9228C0FA}"/>
              </a:ext>
            </a:extLst>
          </p:cNvPr>
          <p:cNvSpPr>
            <a:spLocks xmlns:a="http://schemas.openxmlformats.org/drawingml/2006/main" noGrp="1"/>
          </p:cNvSpPr>
          <p:nvPr/>
        </p:nvSpPr>
        <p:spPr>
          <a:xfrm xmlns:a="http://schemas.openxmlformats.org/drawingml/2006/main">
            <a:off x="2444782" y="489408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6" name="">
            <a:extLst xmlns:a="http://schemas.openxmlformats.org/drawingml/2006/main">
              <a:ext uri="{FF2B5EF4-FFF2-40B4-BE49-F238E27FC236}">
                <a16:creationId xmlns:a16="http://schemas.microsoft.com/office/drawing/2014/main" id="{D0A1A02B-5476-49C0-96B3-BE112DCB5E80}"/>
              </a:ext>
            </a:extLst>
          </p:cNvPr>
          <p:cNvSpPr>
            <a:spLocks xmlns:a="http://schemas.openxmlformats.org/drawingml/2006/main" noGrp="1"/>
          </p:cNvSpPr>
          <p:nvPr/>
        </p:nvSpPr>
        <p:spPr>
          <a:xfrm xmlns:a="http://schemas.openxmlformats.org/drawingml/2006/main">
            <a:off x="5212385" y="479845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7" name="">
            <a:extLst xmlns:a="http://schemas.openxmlformats.org/drawingml/2006/main">
              <a:ext uri="{FF2B5EF4-FFF2-40B4-BE49-F238E27FC236}">
                <a16:creationId xmlns:a16="http://schemas.microsoft.com/office/drawing/2014/main" id="{452F56CD-1165-4B63-9F90-1828A3B80441}"/>
              </a:ext>
            </a:extLst>
          </p:cNvPr>
          <p:cNvSpPr>
            <a:spLocks xmlns:a="http://schemas.openxmlformats.org/drawingml/2006/main" noGrp="1"/>
          </p:cNvSpPr>
          <p:nvPr/>
        </p:nvSpPr>
        <p:spPr>
          <a:xfrm xmlns:a="http://schemas.openxmlformats.org/drawingml/2006/main">
            <a:off x="3890603" y="506555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8" name="">
            <a:extLst xmlns:a="http://schemas.openxmlformats.org/drawingml/2006/main">
              <a:ext uri="{FF2B5EF4-FFF2-40B4-BE49-F238E27FC236}">
                <a16:creationId xmlns:a16="http://schemas.microsoft.com/office/drawing/2014/main" id="{426996FA-BF4D-49CB-98CF-CE4B5A20CF33}"/>
              </a:ext>
            </a:extLst>
          </p:cNvPr>
          <p:cNvSpPr>
            <a:spLocks xmlns:a="http://schemas.openxmlformats.org/drawingml/2006/main" noGrp="1"/>
          </p:cNvSpPr>
          <p:nvPr/>
        </p:nvSpPr>
        <p:spPr>
          <a:xfrm xmlns:a="http://schemas.openxmlformats.org/drawingml/2006/main">
            <a:off x="9592683" y="589799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29" name="">
            <a:extLst xmlns:a="http://schemas.openxmlformats.org/drawingml/2006/main">
              <a:ext uri="{FF2B5EF4-FFF2-40B4-BE49-F238E27FC236}">
                <a16:creationId xmlns:a16="http://schemas.microsoft.com/office/drawing/2014/main" id="{9FFC315E-95D8-48B7-A114-9590A926893F}"/>
              </a:ext>
            </a:extLst>
          </p:cNvPr>
          <p:cNvSpPr>
            <a:spLocks xmlns:a="http://schemas.openxmlformats.org/drawingml/2006/main" noGrp="1"/>
          </p:cNvSpPr>
          <p:nvPr/>
        </p:nvSpPr>
        <p:spPr>
          <a:xfrm xmlns:a="http://schemas.openxmlformats.org/drawingml/2006/main">
            <a:off x="4791668" y="47505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0" name="">
            <a:extLst xmlns:a="http://schemas.openxmlformats.org/drawingml/2006/main">
              <a:ext uri="{FF2B5EF4-FFF2-40B4-BE49-F238E27FC236}">
                <a16:creationId xmlns:a16="http://schemas.microsoft.com/office/drawing/2014/main" id="{7C9FC01B-5025-4637-B81B-C6F86AEF36EB}"/>
              </a:ext>
            </a:extLst>
          </p:cNvPr>
          <p:cNvSpPr>
            <a:spLocks xmlns:a="http://schemas.openxmlformats.org/drawingml/2006/main" noGrp="1"/>
          </p:cNvSpPr>
          <p:nvPr/>
        </p:nvSpPr>
        <p:spPr>
          <a:xfrm xmlns:a="http://schemas.openxmlformats.org/drawingml/2006/main">
            <a:off x="1380331" y="411330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1" name="">
            <a:extLst xmlns:a="http://schemas.openxmlformats.org/drawingml/2006/main">
              <a:ext uri="{FF2B5EF4-FFF2-40B4-BE49-F238E27FC236}">
                <a16:creationId xmlns:a16="http://schemas.microsoft.com/office/drawing/2014/main" id="{29BE2E48-26B7-42FB-BDDA-CD61F95498DD}"/>
              </a:ext>
            </a:extLst>
          </p:cNvPr>
          <p:cNvSpPr>
            <a:spLocks xmlns:a="http://schemas.openxmlformats.org/drawingml/2006/main" noGrp="1"/>
          </p:cNvSpPr>
          <p:nvPr/>
        </p:nvSpPr>
        <p:spPr>
          <a:xfrm xmlns:a="http://schemas.openxmlformats.org/drawingml/2006/main">
            <a:off x="5732435" y="482319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2" name="">
            <a:extLst xmlns:a="http://schemas.openxmlformats.org/drawingml/2006/main">
              <a:ext uri="{FF2B5EF4-FFF2-40B4-BE49-F238E27FC236}">
                <a16:creationId xmlns:a16="http://schemas.microsoft.com/office/drawing/2014/main" id="{63C640AC-BC07-40EF-A689-0A43F754C03C}"/>
              </a:ext>
            </a:extLst>
          </p:cNvPr>
          <p:cNvSpPr>
            <a:spLocks xmlns:a="http://schemas.openxmlformats.org/drawingml/2006/main" noGrp="1"/>
          </p:cNvSpPr>
          <p:nvPr/>
        </p:nvSpPr>
        <p:spPr>
          <a:xfrm xmlns:a="http://schemas.openxmlformats.org/drawingml/2006/main">
            <a:off x="3238698" y="401212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3" name="">
            <a:extLst xmlns:a="http://schemas.openxmlformats.org/drawingml/2006/main">
              <a:ext uri="{FF2B5EF4-FFF2-40B4-BE49-F238E27FC236}">
                <a16:creationId xmlns:a16="http://schemas.microsoft.com/office/drawing/2014/main" id="{5F63E04B-5C77-49D5-87B5-D5A21B044534}"/>
              </a:ext>
            </a:extLst>
          </p:cNvPr>
          <p:cNvSpPr>
            <a:spLocks xmlns:a="http://schemas.openxmlformats.org/drawingml/2006/main" noGrp="1"/>
          </p:cNvSpPr>
          <p:nvPr/>
        </p:nvSpPr>
        <p:spPr>
          <a:xfrm xmlns:a="http://schemas.openxmlformats.org/drawingml/2006/main">
            <a:off x="7598207" y="626411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4" name="">
            <a:extLst xmlns:a="http://schemas.openxmlformats.org/drawingml/2006/main">
              <a:ext uri="{FF2B5EF4-FFF2-40B4-BE49-F238E27FC236}">
                <a16:creationId xmlns:a16="http://schemas.microsoft.com/office/drawing/2014/main" id="{38EAE948-9341-43ED-86A8-240820C3BF7A}"/>
              </a:ext>
            </a:extLst>
          </p:cNvPr>
          <p:cNvSpPr>
            <a:spLocks xmlns:a="http://schemas.openxmlformats.org/drawingml/2006/main" noGrp="1"/>
          </p:cNvSpPr>
          <p:nvPr/>
        </p:nvSpPr>
        <p:spPr>
          <a:xfrm xmlns:a="http://schemas.openxmlformats.org/drawingml/2006/main">
            <a:off x="7521791" y="602654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5" name="">
            <a:extLst xmlns:a="http://schemas.openxmlformats.org/drawingml/2006/main">
              <a:ext uri="{FF2B5EF4-FFF2-40B4-BE49-F238E27FC236}">
                <a16:creationId xmlns:a16="http://schemas.microsoft.com/office/drawing/2014/main" id="{3ED78698-E677-4FE0-A91A-10164457F901}"/>
              </a:ext>
            </a:extLst>
          </p:cNvPr>
          <p:cNvSpPr>
            <a:spLocks xmlns:a="http://schemas.openxmlformats.org/drawingml/2006/main" noGrp="1"/>
          </p:cNvSpPr>
          <p:nvPr/>
        </p:nvSpPr>
        <p:spPr>
          <a:xfrm xmlns:a="http://schemas.openxmlformats.org/drawingml/2006/main">
            <a:off x="5732977" y="454225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6" name="">
            <a:extLst xmlns:a="http://schemas.openxmlformats.org/drawingml/2006/main">
              <a:ext uri="{FF2B5EF4-FFF2-40B4-BE49-F238E27FC236}">
                <a16:creationId xmlns:a16="http://schemas.microsoft.com/office/drawing/2014/main" id="{B76BE477-5281-4E7A-877D-BDC1B69A044A}"/>
              </a:ext>
            </a:extLst>
          </p:cNvPr>
          <p:cNvSpPr>
            <a:spLocks xmlns:a="http://schemas.openxmlformats.org/drawingml/2006/main" noGrp="1"/>
          </p:cNvSpPr>
          <p:nvPr/>
        </p:nvSpPr>
        <p:spPr>
          <a:xfrm xmlns:a="http://schemas.openxmlformats.org/drawingml/2006/main">
            <a:off x="5783372" y="491495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7" name="">
            <a:extLst xmlns:a="http://schemas.openxmlformats.org/drawingml/2006/main">
              <a:ext uri="{FF2B5EF4-FFF2-40B4-BE49-F238E27FC236}">
                <a16:creationId xmlns:a16="http://schemas.microsoft.com/office/drawing/2014/main" id="{8CE79ED5-E94F-4F50-85D1-39B31557AA8A}"/>
              </a:ext>
            </a:extLst>
          </p:cNvPr>
          <p:cNvSpPr>
            <a:spLocks xmlns:a="http://schemas.openxmlformats.org/drawingml/2006/main" noGrp="1"/>
          </p:cNvSpPr>
          <p:nvPr/>
        </p:nvSpPr>
        <p:spPr>
          <a:xfrm xmlns:a="http://schemas.openxmlformats.org/drawingml/2006/main">
            <a:off x="5810196" y="521208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8" name="">
            <a:extLst xmlns:a="http://schemas.openxmlformats.org/drawingml/2006/main">
              <a:ext uri="{FF2B5EF4-FFF2-40B4-BE49-F238E27FC236}">
                <a16:creationId xmlns:a16="http://schemas.microsoft.com/office/drawing/2014/main" id="{14D1ADA5-283F-4673-AFF6-DD83CA6CBFEF}"/>
              </a:ext>
            </a:extLst>
          </p:cNvPr>
          <p:cNvSpPr>
            <a:spLocks xmlns:a="http://schemas.openxmlformats.org/drawingml/2006/main" noGrp="1"/>
          </p:cNvSpPr>
          <p:nvPr/>
        </p:nvSpPr>
        <p:spPr>
          <a:xfrm xmlns:a="http://schemas.openxmlformats.org/drawingml/2006/main">
            <a:off x="7079704" y="566285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39" name="">
            <a:extLst xmlns:a="http://schemas.openxmlformats.org/drawingml/2006/main">
              <a:ext uri="{FF2B5EF4-FFF2-40B4-BE49-F238E27FC236}">
                <a16:creationId xmlns:a16="http://schemas.microsoft.com/office/drawing/2014/main" id="{5DCF2793-FCF5-4A53-BF41-CFD3C8348E4E}"/>
              </a:ext>
            </a:extLst>
          </p:cNvPr>
          <p:cNvSpPr>
            <a:spLocks xmlns:a="http://schemas.openxmlformats.org/drawingml/2006/main" noGrp="1"/>
          </p:cNvSpPr>
          <p:nvPr/>
        </p:nvSpPr>
        <p:spPr>
          <a:xfrm xmlns:a="http://schemas.openxmlformats.org/drawingml/2006/main">
            <a:off x="1050188" y="35804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0" name="">
            <a:extLst xmlns:a="http://schemas.openxmlformats.org/drawingml/2006/main">
              <a:ext uri="{FF2B5EF4-FFF2-40B4-BE49-F238E27FC236}">
                <a16:creationId xmlns:a16="http://schemas.microsoft.com/office/drawing/2014/main" id="{A409B0CD-18C6-42CA-8BF9-80AA439CE350}"/>
              </a:ext>
            </a:extLst>
          </p:cNvPr>
          <p:cNvSpPr>
            <a:spLocks xmlns:a="http://schemas.openxmlformats.org/drawingml/2006/main" noGrp="1"/>
          </p:cNvSpPr>
          <p:nvPr/>
        </p:nvSpPr>
        <p:spPr>
          <a:xfrm xmlns:a="http://schemas.openxmlformats.org/drawingml/2006/main">
            <a:off x="9097259" y="598741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1" name="">
            <a:extLst xmlns:a="http://schemas.openxmlformats.org/drawingml/2006/main">
              <a:ext uri="{FF2B5EF4-FFF2-40B4-BE49-F238E27FC236}">
                <a16:creationId xmlns:a16="http://schemas.microsoft.com/office/drawing/2014/main" id="{9465E332-BF6C-4E0B-AA50-13F2FD4FD397}"/>
              </a:ext>
            </a:extLst>
          </p:cNvPr>
          <p:cNvSpPr>
            <a:spLocks xmlns:a="http://schemas.openxmlformats.org/drawingml/2006/main" noGrp="1"/>
          </p:cNvSpPr>
          <p:nvPr/>
        </p:nvSpPr>
        <p:spPr>
          <a:xfrm xmlns:a="http://schemas.openxmlformats.org/drawingml/2006/main">
            <a:off x="1576465" y="353869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2" name="">
            <a:extLst xmlns:a="http://schemas.openxmlformats.org/drawingml/2006/main">
              <a:ext uri="{FF2B5EF4-FFF2-40B4-BE49-F238E27FC236}">
                <a16:creationId xmlns:a16="http://schemas.microsoft.com/office/drawing/2014/main" id="{0E31A07C-1BFF-4163-8FA6-6732DB613CFF}"/>
              </a:ext>
            </a:extLst>
          </p:cNvPr>
          <p:cNvSpPr>
            <a:spLocks xmlns:a="http://schemas.openxmlformats.org/drawingml/2006/main" noGrp="1"/>
          </p:cNvSpPr>
          <p:nvPr/>
        </p:nvSpPr>
        <p:spPr>
          <a:xfrm xmlns:a="http://schemas.openxmlformats.org/drawingml/2006/main">
            <a:off x="5620302" y="519910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3" name="">
            <a:extLst xmlns:a="http://schemas.openxmlformats.org/drawingml/2006/main">
              <a:ext uri="{FF2B5EF4-FFF2-40B4-BE49-F238E27FC236}">
                <a16:creationId xmlns:a16="http://schemas.microsoft.com/office/drawing/2014/main" id="{292DAE83-346F-4D39-B079-B591D06846FD}"/>
              </a:ext>
            </a:extLst>
          </p:cNvPr>
          <p:cNvSpPr>
            <a:spLocks xmlns:a="http://schemas.openxmlformats.org/drawingml/2006/main" noGrp="1"/>
          </p:cNvSpPr>
          <p:nvPr/>
        </p:nvSpPr>
        <p:spPr>
          <a:xfrm xmlns:a="http://schemas.openxmlformats.org/drawingml/2006/main">
            <a:off x="7122644" y="514392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4" name="">
            <a:extLst xmlns:a="http://schemas.openxmlformats.org/drawingml/2006/main">
              <a:ext uri="{FF2B5EF4-FFF2-40B4-BE49-F238E27FC236}">
                <a16:creationId xmlns:a16="http://schemas.microsoft.com/office/drawing/2014/main" id="{98C6704D-EEE3-42E8-BBCF-FE9BB0B537B5}"/>
              </a:ext>
            </a:extLst>
          </p:cNvPr>
          <p:cNvSpPr>
            <a:spLocks xmlns:a="http://schemas.openxmlformats.org/drawingml/2006/main" noGrp="1"/>
          </p:cNvSpPr>
          <p:nvPr/>
        </p:nvSpPr>
        <p:spPr>
          <a:xfrm xmlns:a="http://schemas.openxmlformats.org/drawingml/2006/main">
            <a:off x="9032396" y="651987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5" name="">
            <a:extLst xmlns:a="http://schemas.openxmlformats.org/drawingml/2006/main">
              <a:ext uri="{FF2B5EF4-FFF2-40B4-BE49-F238E27FC236}">
                <a16:creationId xmlns:a16="http://schemas.microsoft.com/office/drawing/2014/main" id="{9CDE39D3-AB5F-418D-A678-92A5F39F669A}"/>
              </a:ext>
            </a:extLst>
          </p:cNvPr>
          <p:cNvSpPr>
            <a:spLocks xmlns:a="http://schemas.openxmlformats.org/drawingml/2006/main" noGrp="1"/>
          </p:cNvSpPr>
          <p:nvPr/>
        </p:nvSpPr>
        <p:spPr>
          <a:xfrm xmlns:a="http://schemas.openxmlformats.org/drawingml/2006/main">
            <a:off x="2980106" y="480679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6" name="">
            <a:extLst xmlns:a="http://schemas.openxmlformats.org/drawingml/2006/main">
              <a:ext uri="{FF2B5EF4-FFF2-40B4-BE49-F238E27FC236}">
                <a16:creationId xmlns:a16="http://schemas.microsoft.com/office/drawing/2014/main" id="{3449A7B9-43C8-4984-98FD-D9181ADEE46C}"/>
              </a:ext>
            </a:extLst>
          </p:cNvPr>
          <p:cNvSpPr>
            <a:spLocks xmlns:a="http://schemas.openxmlformats.org/drawingml/2006/main" noGrp="1"/>
          </p:cNvSpPr>
          <p:nvPr/>
        </p:nvSpPr>
        <p:spPr>
          <a:xfrm xmlns:a="http://schemas.openxmlformats.org/drawingml/2006/main">
            <a:off x="9083192" y="66698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7" name="">
            <a:extLst xmlns:a="http://schemas.openxmlformats.org/drawingml/2006/main">
              <a:ext uri="{FF2B5EF4-FFF2-40B4-BE49-F238E27FC236}">
                <a16:creationId xmlns:a16="http://schemas.microsoft.com/office/drawing/2014/main" id="{5D7B0B95-7375-4895-9977-4E6C91F32DE6}"/>
              </a:ext>
            </a:extLst>
          </p:cNvPr>
          <p:cNvSpPr>
            <a:spLocks xmlns:a="http://schemas.openxmlformats.org/drawingml/2006/main" noGrp="1"/>
          </p:cNvSpPr>
          <p:nvPr/>
        </p:nvSpPr>
        <p:spPr>
          <a:xfrm xmlns:a="http://schemas.openxmlformats.org/drawingml/2006/main">
            <a:off x="2983527" y="439402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8" name="">
            <a:extLst xmlns:a="http://schemas.openxmlformats.org/drawingml/2006/main">
              <a:ext uri="{FF2B5EF4-FFF2-40B4-BE49-F238E27FC236}">
                <a16:creationId xmlns:a16="http://schemas.microsoft.com/office/drawing/2014/main" id="{8BA05F43-1EC9-4F50-BFA3-B5856F442413}"/>
              </a:ext>
            </a:extLst>
          </p:cNvPr>
          <p:cNvSpPr>
            <a:spLocks xmlns:a="http://schemas.openxmlformats.org/drawingml/2006/main" noGrp="1"/>
          </p:cNvSpPr>
          <p:nvPr/>
        </p:nvSpPr>
        <p:spPr>
          <a:xfrm xmlns:a="http://schemas.openxmlformats.org/drawingml/2006/main">
            <a:off x="973417" y="376499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49" name="">
            <a:extLst xmlns:a="http://schemas.openxmlformats.org/drawingml/2006/main">
              <a:ext uri="{FF2B5EF4-FFF2-40B4-BE49-F238E27FC236}">
                <a16:creationId xmlns:a16="http://schemas.microsoft.com/office/drawing/2014/main" id="{8CB921C5-A4CF-420E-BD2C-D7971798D8CB}"/>
              </a:ext>
            </a:extLst>
          </p:cNvPr>
          <p:cNvSpPr>
            <a:spLocks xmlns:a="http://schemas.openxmlformats.org/drawingml/2006/main" noGrp="1"/>
          </p:cNvSpPr>
          <p:nvPr/>
        </p:nvSpPr>
        <p:spPr>
          <a:xfrm xmlns:a="http://schemas.openxmlformats.org/drawingml/2006/main">
            <a:off x="7328916" y="55842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0" name="">
            <a:extLst xmlns:a="http://schemas.openxmlformats.org/drawingml/2006/main">
              <a:ext uri="{FF2B5EF4-FFF2-40B4-BE49-F238E27FC236}">
                <a16:creationId xmlns:a16="http://schemas.microsoft.com/office/drawing/2014/main" id="{B8078940-17BD-4C69-9F3A-471CC9D674BC}"/>
              </a:ext>
            </a:extLst>
          </p:cNvPr>
          <p:cNvSpPr>
            <a:spLocks xmlns:a="http://schemas.openxmlformats.org/drawingml/2006/main" noGrp="1"/>
          </p:cNvSpPr>
          <p:nvPr/>
        </p:nvSpPr>
        <p:spPr>
          <a:xfrm xmlns:a="http://schemas.openxmlformats.org/drawingml/2006/main">
            <a:off x="9020842" y="643282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1" name="">
            <a:extLst xmlns:a="http://schemas.openxmlformats.org/drawingml/2006/main">
              <a:ext uri="{FF2B5EF4-FFF2-40B4-BE49-F238E27FC236}">
                <a16:creationId xmlns:a16="http://schemas.microsoft.com/office/drawing/2014/main" id="{A85C0547-6BC6-4BB0-AF60-9F2773431B37}"/>
              </a:ext>
            </a:extLst>
          </p:cNvPr>
          <p:cNvSpPr>
            <a:spLocks xmlns:a="http://schemas.openxmlformats.org/drawingml/2006/main" noGrp="1"/>
          </p:cNvSpPr>
          <p:nvPr/>
        </p:nvSpPr>
        <p:spPr>
          <a:xfrm xmlns:a="http://schemas.openxmlformats.org/drawingml/2006/main">
            <a:off x="7664046" y="59450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2" name="">
            <a:extLst xmlns:a="http://schemas.openxmlformats.org/drawingml/2006/main">
              <a:ext uri="{FF2B5EF4-FFF2-40B4-BE49-F238E27FC236}">
                <a16:creationId xmlns:a16="http://schemas.microsoft.com/office/drawing/2014/main" id="{BC691136-2462-47A6-AC2D-40D6C805DAF4}"/>
              </a:ext>
            </a:extLst>
          </p:cNvPr>
          <p:cNvSpPr>
            <a:spLocks xmlns:a="http://schemas.openxmlformats.org/drawingml/2006/main" noGrp="1"/>
          </p:cNvSpPr>
          <p:nvPr/>
        </p:nvSpPr>
        <p:spPr>
          <a:xfrm xmlns:a="http://schemas.openxmlformats.org/drawingml/2006/main">
            <a:off x="6858311" y="525364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3" name="">
            <a:extLst xmlns:a="http://schemas.openxmlformats.org/drawingml/2006/main">
              <a:ext uri="{FF2B5EF4-FFF2-40B4-BE49-F238E27FC236}">
                <a16:creationId xmlns:a16="http://schemas.microsoft.com/office/drawing/2014/main" id="{1CC9F777-6B00-48E4-8DDB-397277FCA1E0}"/>
              </a:ext>
            </a:extLst>
          </p:cNvPr>
          <p:cNvSpPr>
            <a:spLocks xmlns:a="http://schemas.openxmlformats.org/drawingml/2006/main" noGrp="1"/>
          </p:cNvSpPr>
          <p:nvPr/>
        </p:nvSpPr>
        <p:spPr>
          <a:xfrm xmlns:a="http://schemas.openxmlformats.org/drawingml/2006/main">
            <a:off x="9693006" y="615862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4" name="">
            <a:extLst xmlns:a="http://schemas.openxmlformats.org/drawingml/2006/main">
              <a:ext uri="{FF2B5EF4-FFF2-40B4-BE49-F238E27FC236}">
                <a16:creationId xmlns:a16="http://schemas.microsoft.com/office/drawing/2014/main" id="{8885D11D-F1FF-4BF1-9E7D-71819D95AA9D}"/>
              </a:ext>
            </a:extLst>
          </p:cNvPr>
          <p:cNvSpPr>
            <a:spLocks xmlns:a="http://schemas.openxmlformats.org/drawingml/2006/main" noGrp="1"/>
          </p:cNvSpPr>
          <p:nvPr/>
        </p:nvSpPr>
        <p:spPr>
          <a:xfrm xmlns:a="http://schemas.openxmlformats.org/drawingml/2006/main">
            <a:off x="966330" y="406979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5" name="">
            <a:extLst xmlns:a="http://schemas.openxmlformats.org/drawingml/2006/main">
              <a:ext uri="{FF2B5EF4-FFF2-40B4-BE49-F238E27FC236}">
                <a16:creationId xmlns:a16="http://schemas.microsoft.com/office/drawing/2014/main" id="{E01F9C22-DD6C-43E3-8AD0-D995688FD31F}"/>
              </a:ext>
            </a:extLst>
          </p:cNvPr>
          <p:cNvSpPr>
            <a:spLocks xmlns:a="http://schemas.openxmlformats.org/drawingml/2006/main" noGrp="1"/>
          </p:cNvSpPr>
          <p:nvPr/>
        </p:nvSpPr>
        <p:spPr>
          <a:xfrm xmlns:a="http://schemas.openxmlformats.org/drawingml/2006/main">
            <a:off x="1254257" y="338545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6" name="">
            <a:extLst xmlns:a="http://schemas.openxmlformats.org/drawingml/2006/main">
              <a:ext uri="{FF2B5EF4-FFF2-40B4-BE49-F238E27FC236}">
                <a16:creationId xmlns:a16="http://schemas.microsoft.com/office/drawing/2014/main" id="{B8761570-5AEE-4885-9936-D9E244C8B4D8}"/>
              </a:ext>
            </a:extLst>
          </p:cNvPr>
          <p:cNvSpPr>
            <a:spLocks xmlns:a="http://schemas.openxmlformats.org/drawingml/2006/main" noGrp="1"/>
          </p:cNvSpPr>
          <p:nvPr/>
        </p:nvSpPr>
        <p:spPr>
          <a:xfrm xmlns:a="http://schemas.openxmlformats.org/drawingml/2006/main">
            <a:off x="4846563" y="514394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7" name="">
            <a:extLst xmlns:a="http://schemas.openxmlformats.org/drawingml/2006/main">
              <a:ext uri="{FF2B5EF4-FFF2-40B4-BE49-F238E27FC236}">
                <a16:creationId xmlns:a16="http://schemas.microsoft.com/office/drawing/2014/main" id="{40551816-14AB-464A-BFA3-84C43CACA73D}"/>
              </a:ext>
            </a:extLst>
          </p:cNvPr>
          <p:cNvSpPr>
            <a:spLocks xmlns:a="http://schemas.openxmlformats.org/drawingml/2006/main" noGrp="1"/>
          </p:cNvSpPr>
          <p:nvPr/>
        </p:nvSpPr>
        <p:spPr>
          <a:xfrm xmlns:a="http://schemas.openxmlformats.org/drawingml/2006/main">
            <a:off x="1552522" y="361124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8" name="">
            <a:extLst xmlns:a="http://schemas.openxmlformats.org/drawingml/2006/main">
              <a:ext uri="{FF2B5EF4-FFF2-40B4-BE49-F238E27FC236}">
                <a16:creationId xmlns:a16="http://schemas.microsoft.com/office/drawing/2014/main" id="{1A06B0B5-1F5D-404A-B323-2DA6284ACBA8}"/>
              </a:ext>
            </a:extLst>
          </p:cNvPr>
          <p:cNvSpPr>
            <a:spLocks xmlns:a="http://schemas.openxmlformats.org/drawingml/2006/main" noGrp="1"/>
          </p:cNvSpPr>
          <p:nvPr/>
        </p:nvSpPr>
        <p:spPr>
          <a:xfrm xmlns:a="http://schemas.openxmlformats.org/drawingml/2006/main">
            <a:off x="9102403" y="669968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59" name="">
            <a:extLst xmlns:a="http://schemas.openxmlformats.org/drawingml/2006/main">
              <a:ext uri="{FF2B5EF4-FFF2-40B4-BE49-F238E27FC236}">
                <a16:creationId xmlns:a16="http://schemas.microsoft.com/office/drawing/2014/main" id="{CAC6A109-09C5-4CAE-BBBC-8ED361109051}"/>
              </a:ext>
            </a:extLst>
          </p:cNvPr>
          <p:cNvSpPr>
            <a:spLocks xmlns:a="http://schemas.openxmlformats.org/drawingml/2006/main" noGrp="1"/>
          </p:cNvSpPr>
          <p:nvPr/>
        </p:nvSpPr>
        <p:spPr>
          <a:xfrm xmlns:a="http://schemas.openxmlformats.org/drawingml/2006/main">
            <a:off x="1826903" y="338278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0" name="">
            <a:extLst xmlns:a="http://schemas.openxmlformats.org/drawingml/2006/main">
              <a:ext uri="{FF2B5EF4-FFF2-40B4-BE49-F238E27FC236}">
                <a16:creationId xmlns:a16="http://schemas.microsoft.com/office/drawing/2014/main" id="{E910F5C4-4BBE-4C34-B296-8E695234DF39}"/>
              </a:ext>
            </a:extLst>
          </p:cNvPr>
          <p:cNvSpPr>
            <a:spLocks xmlns:a="http://schemas.openxmlformats.org/drawingml/2006/main" noGrp="1"/>
          </p:cNvSpPr>
          <p:nvPr/>
        </p:nvSpPr>
        <p:spPr>
          <a:xfrm xmlns:a="http://schemas.openxmlformats.org/drawingml/2006/main">
            <a:off x="2232037" y="46500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1" name="">
            <a:extLst xmlns:a="http://schemas.openxmlformats.org/drawingml/2006/main">
              <a:ext uri="{FF2B5EF4-FFF2-40B4-BE49-F238E27FC236}">
                <a16:creationId xmlns:a16="http://schemas.microsoft.com/office/drawing/2014/main" id="{FFC82510-3407-42A9-9A62-70920945F080}"/>
              </a:ext>
            </a:extLst>
          </p:cNvPr>
          <p:cNvSpPr>
            <a:spLocks xmlns:a="http://schemas.openxmlformats.org/drawingml/2006/main" noGrp="1"/>
          </p:cNvSpPr>
          <p:nvPr/>
        </p:nvSpPr>
        <p:spPr>
          <a:xfrm xmlns:a="http://schemas.openxmlformats.org/drawingml/2006/main">
            <a:off x="8743077" y="527643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2" name="">
            <a:extLst xmlns:a="http://schemas.openxmlformats.org/drawingml/2006/main">
              <a:ext uri="{FF2B5EF4-FFF2-40B4-BE49-F238E27FC236}">
                <a16:creationId xmlns:a16="http://schemas.microsoft.com/office/drawing/2014/main" id="{08F8117B-F363-4CF3-8802-8FA4DAC55527}"/>
              </a:ext>
            </a:extLst>
          </p:cNvPr>
          <p:cNvSpPr>
            <a:spLocks xmlns:a="http://schemas.openxmlformats.org/drawingml/2006/main" noGrp="1"/>
          </p:cNvSpPr>
          <p:nvPr/>
        </p:nvSpPr>
        <p:spPr>
          <a:xfrm xmlns:a="http://schemas.openxmlformats.org/drawingml/2006/main">
            <a:off x="9045999" y="644842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3" name="">
            <a:extLst xmlns:a="http://schemas.openxmlformats.org/drawingml/2006/main">
              <a:ext uri="{FF2B5EF4-FFF2-40B4-BE49-F238E27FC236}">
                <a16:creationId xmlns:a16="http://schemas.microsoft.com/office/drawing/2014/main" id="{0A0B6FB2-9DB1-422F-AA0E-FAC893A1F99B}"/>
              </a:ext>
            </a:extLst>
          </p:cNvPr>
          <p:cNvSpPr>
            <a:spLocks xmlns:a="http://schemas.openxmlformats.org/drawingml/2006/main" noGrp="1"/>
          </p:cNvSpPr>
          <p:nvPr/>
        </p:nvSpPr>
        <p:spPr>
          <a:xfrm xmlns:a="http://schemas.openxmlformats.org/drawingml/2006/main">
            <a:off x="8191131" y="637819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4" name="">
            <a:extLst xmlns:a="http://schemas.openxmlformats.org/drawingml/2006/main">
              <a:ext uri="{FF2B5EF4-FFF2-40B4-BE49-F238E27FC236}">
                <a16:creationId xmlns:a16="http://schemas.microsoft.com/office/drawing/2014/main" id="{8E99B2AD-53D3-4ADE-8F90-87D788B81B50}"/>
              </a:ext>
            </a:extLst>
          </p:cNvPr>
          <p:cNvSpPr>
            <a:spLocks xmlns:a="http://schemas.openxmlformats.org/drawingml/2006/main" noGrp="1"/>
          </p:cNvSpPr>
          <p:nvPr/>
        </p:nvSpPr>
        <p:spPr>
          <a:xfrm xmlns:a="http://schemas.openxmlformats.org/drawingml/2006/main">
            <a:off x="3882584" y="394573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5" name="">
            <a:extLst xmlns:a="http://schemas.openxmlformats.org/drawingml/2006/main">
              <a:ext uri="{FF2B5EF4-FFF2-40B4-BE49-F238E27FC236}">
                <a16:creationId xmlns:a16="http://schemas.microsoft.com/office/drawing/2014/main" id="{12F0546A-FDC7-4FE7-A2A7-9BCA429BDEEE}"/>
              </a:ext>
            </a:extLst>
          </p:cNvPr>
          <p:cNvSpPr>
            <a:spLocks xmlns:a="http://schemas.openxmlformats.org/drawingml/2006/main" noGrp="1"/>
          </p:cNvSpPr>
          <p:nvPr/>
        </p:nvSpPr>
        <p:spPr>
          <a:xfrm xmlns:a="http://schemas.openxmlformats.org/drawingml/2006/main">
            <a:off x="2840535" y="372447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6" name="">
            <a:extLst xmlns:a="http://schemas.openxmlformats.org/drawingml/2006/main">
              <a:ext uri="{FF2B5EF4-FFF2-40B4-BE49-F238E27FC236}">
                <a16:creationId xmlns:a16="http://schemas.microsoft.com/office/drawing/2014/main" id="{1419031E-2166-4CBD-AF18-2F939E8629F2}"/>
              </a:ext>
            </a:extLst>
          </p:cNvPr>
          <p:cNvSpPr>
            <a:spLocks xmlns:a="http://schemas.openxmlformats.org/drawingml/2006/main" noGrp="1"/>
          </p:cNvSpPr>
          <p:nvPr/>
        </p:nvSpPr>
        <p:spPr>
          <a:xfrm xmlns:a="http://schemas.openxmlformats.org/drawingml/2006/main">
            <a:off x="2024596" y="326374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7" name="">
            <a:extLst xmlns:a="http://schemas.openxmlformats.org/drawingml/2006/main">
              <a:ext uri="{FF2B5EF4-FFF2-40B4-BE49-F238E27FC236}">
                <a16:creationId xmlns:a16="http://schemas.microsoft.com/office/drawing/2014/main" id="{73B1E8F2-E9CF-455D-B387-89CE362BED73}"/>
              </a:ext>
            </a:extLst>
          </p:cNvPr>
          <p:cNvSpPr>
            <a:spLocks xmlns:a="http://schemas.openxmlformats.org/drawingml/2006/main" noGrp="1"/>
          </p:cNvSpPr>
          <p:nvPr/>
        </p:nvSpPr>
        <p:spPr>
          <a:xfrm xmlns:a="http://schemas.openxmlformats.org/drawingml/2006/main">
            <a:off x="7374625" y="568821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8" name="">
            <a:extLst xmlns:a="http://schemas.openxmlformats.org/drawingml/2006/main">
              <a:ext uri="{FF2B5EF4-FFF2-40B4-BE49-F238E27FC236}">
                <a16:creationId xmlns:a16="http://schemas.microsoft.com/office/drawing/2014/main" id="{0CABC199-3D24-43B1-A26D-C140247142EE}"/>
              </a:ext>
            </a:extLst>
          </p:cNvPr>
          <p:cNvSpPr>
            <a:spLocks xmlns:a="http://schemas.openxmlformats.org/drawingml/2006/main" noGrp="1"/>
          </p:cNvSpPr>
          <p:nvPr/>
        </p:nvSpPr>
        <p:spPr>
          <a:xfrm xmlns:a="http://schemas.openxmlformats.org/drawingml/2006/main">
            <a:off x="8145187" y="6144062"/>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69" name="">
            <a:extLst xmlns:a="http://schemas.openxmlformats.org/drawingml/2006/main">
              <a:ext uri="{FF2B5EF4-FFF2-40B4-BE49-F238E27FC236}">
                <a16:creationId xmlns:a16="http://schemas.microsoft.com/office/drawing/2014/main" id="{D9FFEC15-0795-4638-859D-67913D85BCEC}"/>
              </a:ext>
            </a:extLst>
          </p:cNvPr>
          <p:cNvSpPr>
            <a:spLocks xmlns:a="http://schemas.openxmlformats.org/drawingml/2006/main" noGrp="1"/>
          </p:cNvSpPr>
          <p:nvPr/>
        </p:nvSpPr>
        <p:spPr>
          <a:xfrm xmlns:a="http://schemas.openxmlformats.org/drawingml/2006/main">
            <a:off x="9004714" y="681852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0" name="">
            <a:extLst xmlns:a="http://schemas.openxmlformats.org/drawingml/2006/main">
              <a:ext uri="{FF2B5EF4-FFF2-40B4-BE49-F238E27FC236}">
                <a16:creationId xmlns:a16="http://schemas.microsoft.com/office/drawing/2014/main" id="{6DEE537E-FF4E-4A9B-9DC4-F654CF648351}"/>
              </a:ext>
            </a:extLst>
          </p:cNvPr>
          <p:cNvSpPr>
            <a:spLocks xmlns:a="http://schemas.openxmlformats.org/drawingml/2006/main" noGrp="1"/>
          </p:cNvSpPr>
          <p:nvPr/>
        </p:nvSpPr>
        <p:spPr>
          <a:xfrm xmlns:a="http://schemas.openxmlformats.org/drawingml/2006/main">
            <a:off x="6649716" y="532341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1" name="">
            <a:extLst xmlns:a="http://schemas.openxmlformats.org/drawingml/2006/main">
              <a:ext uri="{FF2B5EF4-FFF2-40B4-BE49-F238E27FC236}">
                <a16:creationId xmlns:a16="http://schemas.microsoft.com/office/drawing/2014/main" id="{B3F17FB9-4EB9-4E5D-BE50-0E1AB30DCA5B}"/>
              </a:ext>
            </a:extLst>
          </p:cNvPr>
          <p:cNvSpPr>
            <a:spLocks xmlns:a="http://schemas.openxmlformats.org/drawingml/2006/main" noGrp="1"/>
          </p:cNvSpPr>
          <p:nvPr/>
        </p:nvSpPr>
        <p:spPr>
          <a:xfrm xmlns:a="http://schemas.openxmlformats.org/drawingml/2006/main">
            <a:off x="2763837" y="508092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2" name="">
            <a:extLst xmlns:a="http://schemas.openxmlformats.org/drawingml/2006/main">
              <a:ext uri="{FF2B5EF4-FFF2-40B4-BE49-F238E27FC236}">
                <a16:creationId xmlns:a16="http://schemas.microsoft.com/office/drawing/2014/main" id="{AE514094-37AD-4DDF-96EA-38BE8D4B7011}"/>
              </a:ext>
            </a:extLst>
          </p:cNvPr>
          <p:cNvSpPr>
            <a:spLocks xmlns:a="http://schemas.openxmlformats.org/drawingml/2006/main" noGrp="1"/>
          </p:cNvSpPr>
          <p:nvPr/>
        </p:nvSpPr>
        <p:spPr>
          <a:xfrm xmlns:a="http://schemas.openxmlformats.org/drawingml/2006/main">
            <a:off x="6306204" y="5392056"/>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3" name="">
            <a:extLst xmlns:a="http://schemas.openxmlformats.org/drawingml/2006/main">
              <a:ext uri="{FF2B5EF4-FFF2-40B4-BE49-F238E27FC236}">
                <a16:creationId xmlns:a16="http://schemas.microsoft.com/office/drawing/2014/main" id="{16C74A41-B239-4119-BB4B-5516F94FA8BC}"/>
              </a:ext>
            </a:extLst>
          </p:cNvPr>
          <p:cNvSpPr>
            <a:spLocks xmlns:a="http://schemas.openxmlformats.org/drawingml/2006/main" noGrp="1"/>
          </p:cNvSpPr>
          <p:nvPr/>
        </p:nvSpPr>
        <p:spPr>
          <a:xfrm xmlns:a="http://schemas.openxmlformats.org/drawingml/2006/main">
            <a:off x="3890557" y="531405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4" name="">
            <a:extLst xmlns:a="http://schemas.openxmlformats.org/drawingml/2006/main">
              <a:ext uri="{FF2B5EF4-FFF2-40B4-BE49-F238E27FC236}">
                <a16:creationId xmlns:a16="http://schemas.microsoft.com/office/drawing/2014/main" id="{22C2D26C-CF4A-47A7-94D2-49C12E9EA5C2}"/>
              </a:ext>
            </a:extLst>
          </p:cNvPr>
          <p:cNvSpPr>
            <a:spLocks xmlns:a="http://schemas.openxmlformats.org/drawingml/2006/main" noGrp="1"/>
          </p:cNvSpPr>
          <p:nvPr/>
        </p:nvSpPr>
        <p:spPr>
          <a:xfrm xmlns:a="http://schemas.openxmlformats.org/drawingml/2006/main">
            <a:off x="3057927" y="5147905"/>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5" name="">
            <a:extLst xmlns:a="http://schemas.openxmlformats.org/drawingml/2006/main">
              <a:ext uri="{FF2B5EF4-FFF2-40B4-BE49-F238E27FC236}">
                <a16:creationId xmlns:a16="http://schemas.microsoft.com/office/drawing/2014/main" id="{E9EF27A6-568C-46FA-A25A-6BB914E8B500}"/>
              </a:ext>
            </a:extLst>
          </p:cNvPr>
          <p:cNvSpPr>
            <a:spLocks xmlns:a="http://schemas.openxmlformats.org/drawingml/2006/main" noGrp="1"/>
          </p:cNvSpPr>
          <p:nvPr/>
        </p:nvSpPr>
        <p:spPr>
          <a:xfrm xmlns:a="http://schemas.openxmlformats.org/drawingml/2006/main">
            <a:off x="2019872" y="3305413"/>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6" name="">
            <a:extLst xmlns:a="http://schemas.openxmlformats.org/drawingml/2006/main">
              <a:ext uri="{FF2B5EF4-FFF2-40B4-BE49-F238E27FC236}">
                <a16:creationId xmlns:a16="http://schemas.microsoft.com/office/drawing/2014/main" id="{1CF1B56C-9601-41B2-A0AD-359DB73396DA}"/>
              </a:ext>
            </a:extLst>
          </p:cNvPr>
          <p:cNvSpPr>
            <a:spLocks xmlns:a="http://schemas.openxmlformats.org/drawingml/2006/main" noGrp="1"/>
          </p:cNvSpPr>
          <p:nvPr/>
        </p:nvSpPr>
        <p:spPr>
          <a:xfrm xmlns:a="http://schemas.openxmlformats.org/drawingml/2006/main">
            <a:off x="1903683" y="399675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7" name="">
            <a:extLst xmlns:a="http://schemas.openxmlformats.org/drawingml/2006/main">
              <a:ext uri="{FF2B5EF4-FFF2-40B4-BE49-F238E27FC236}">
                <a16:creationId xmlns:a16="http://schemas.microsoft.com/office/drawing/2014/main" id="{BFEAEC54-7BF2-41F5-90D1-CE06A8BC6D28}"/>
              </a:ext>
            </a:extLst>
          </p:cNvPr>
          <p:cNvSpPr>
            <a:spLocks xmlns:a="http://schemas.openxmlformats.org/drawingml/2006/main" noGrp="1"/>
          </p:cNvSpPr>
          <p:nvPr/>
        </p:nvSpPr>
        <p:spPr>
          <a:xfrm xmlns:a="http://schemas.openxmlformats.org/drawingml/2006/main">
            <a:off x="1677521" y="36727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8" name="">
            <a:extLst xmlns:a="http://schemas.openxmlformats.org/drawingml/2006/main">
              <a:ext uri="{FF2B5EF4-FFF2-40B4-BE49-F238E27FC236}">
                <a16:creationId xmlns:a16="http://schemas.microsoft.com/office/drawing/2014/main" id="{CA7F3EC5-226C-408B-B6EB-05B5D2080BC0}"/>
              </a:ext>
            </a:extLst>
          </p:cNvPr>
          <p:cNvSpPr>
            <a:spLocks xmlns:a="http://schemas.openxmlformats.org/drawingml/2006/main" noGrp="1"/>
          </p:cNvSpPr>
          <p:nvPr/>
        </p:nvSpPr>
        <p:spPr>
          <a:xfrm xmlns:a="http://schemas.openxmlformats.org/drawingml/2006/main">
            <a:off x="5954116" y="5355669"/>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79" name="">
            <a:extLst xmlns:a="http://schemas.openxmlformats.org/drawingml/2006/main">
              <a:ext uri="{FF2B5EF4-FFF2-40B4-BE49-F238E27FC236}">
                <a16:creationId xmlns:a16="http://schemas.microsoft.com/office/drawing/2014/main" id="{1F583A3D-3EC3-417C-8864-ACA766F333E4}"/>
              </a:ext>
            </a:extLst>
          </p:cNvPr>
          <p:cNvSpPr>
            <a:spLocks xmlns:a="http://schemas.openxmlformats.org/drawingml/2006/main" noGrp="1"/>
          </p:cNvSpPr>
          <p:nvPr/>
        </p:nvSpPr>
        <p:spPr>
          <a:xfrm xmlns:a="http://schemas.openxmlformats.org/drawingml/2006/main">
            <a:off x="6702933" y="51925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0" name="">
            <a:extLst xmlns:a="http://schemas.openxmlformats.org/drawingml/2006/main">
              <a:ext uri="{FF2B5EF4-FFF2-40B4-BE49-F238E27FC236}">
                <a16:creationId xmlns:a16="http://schemas.microsoft.com/office/drawing/2014/main" id="{5B2D69B9-59B7-4867-9AAE-0754C70BCE59}"/>
              </a:ext>
            </a:extLst>
          </p:cNvPr>
          <p:cNvSpPr>
            <a:spLocks xmlns:a="http://schemas.openxmlformats.org/drawingml/2006/main" noGrp="1"/>
          </p:cNvSpPr>
          <p:nvPr/>
        </p:nvSpPr>
        <p:spPr>
          <a:xfrm xmlns:a="http://schemas.openxmlformats.org/drawingml/2006/main">
            <a:off x="3261916" y="434363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1" name="">
            <a:extLst xmlns:a="http://schemas.openxmlformats.org/drawingml/2006/main">
              <a:ext uri="{FF2B5EF4-FFF2-40B4-BE49-F238E27FC236}">
                <a16:creationId xmlns:a16="http://schemas.microsoft.com/office/drawing/2014/main" id="{7203A5BB-E54D-4706-87F9-834FE50898C9}"/>
              </a:ext>
            </a:extLst>
          </p:cNvPr>
          <p:cNvSpPr>
            <a:spLocks xmlns:a="http://schemas.openxmlformats.org/drawingml/2006/main" noGrp="1"/>
          </p:cNvSpPr>
          <p:nvPr/>
        </p:nvSpPr>
        <p:spPr>
          <a:xfrm xmlns:a="http://schemas.openxmlformats.org/drawingml/2006/main">
            <a:off x="3628769" y="3977247"/>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2" name="">
            <a:extLst xmlns:a="http://schemas.openxmlformats.org/drawingml/2006/main">
              <a:ext uri="{FF2B5EF4-FFF2-40B4-BE49-F238E27FC236}">
                <a16:creationId xmlns:a16="http://schemas.microsoft.com/office/drawing/2014/main" id="{B6ADC6CC-48AA-4496-9EBB-E23AAB5C1ED7}"/>
              </a:ext>
            </a:extLst>
          </p:cNvPr>
          <p:cNvSpPr>
            <a:spLocks xmlns:a="http://schemas.openxmlformats.org/drawingml/2006/main" noGrp="1"/>
          </p:cNvSpPr>
          <p:nvPr/>
        </p:nvSpPr>
        <p:spPr>
          <a:xfrm xmlns:a="http://schemas.openxmlformats.org/drawingml/2006/main">
            <a:off x="2470556" y="380797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3" name="">
            <a:extLst xmlns:a="http://schemas.openxmlformats.org/drawingml/2006/main">
              <a:ext uri="{FF2B5EF4-FFF2-40B4-BE49-F238E27FC236}">
                <a16:creationId xmlns:a16="http://schemas.microsoft.com/office/drawing/2014/main" id="{039A99DF-1144-47BF-862B-781907286BE5}"/>
              </a:ext>
            </a:extLst>
          </p:cNvPr>
          <p:cNvSpPr>
            <a:spLocks xmlns:a="http://schemas.openxmlformats.org/drawingml/2006/main" noGrp="1"/>
          </p:cNvSpPr>
          <p:nvPr/>
        </p:nvSpPr>
        <p:spPr>
          <a:xfrm xmlns:a="http://schemas.openxmlformats.org/drawingml/2006/main">
            <a:off x="1659308" y="4045254"/>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4" name="">
            <a:extLst xmlns:a="http://schemas.openxmlformats.org/drawingml/2006/main">
              <a:ext uri="{FF2B5EF4-FFF2-40B4-BE49-F238E27FC236}">
                <a16:creationId xmlns:a16="http://schemas.microsoft.com/office/drawing/2014/main" id="{2CBB9486-633C-4C55-A56E-6ADAD4961AE7}"/>
              </a:ext>
            </a:extLst>
          </p:cNvPr>
          <p:cNvSpPr>
            <a:spLocks xmlns:a="http://schemas.openxmlformats.org/drawingml/2006/main" noGrp="1"/>
          </p:cNvSpPr>
          <p:nvPr/>
        </p:nvSpPr>
        <p:spPr>
          <a:xfrm xmlns:a="http://schemas.openxmlformats.org/drawingml/2006/main">
            <a:off x="2890342" y="36947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5" name="">
            <a:extLst xmlns:a="http://schemas.openxmlformats.org/drawingml/2006/main">
              <a:ext uri="{FF2B5EF4-FFF2-40B4-BE49-F238E27FC236}">
                <a16:creationId xmlns:a16="http://schemas.microsoft.com/office/drawing/2014/main" id="{03651D8A-B4A9-4BF6-B51F-F857A342B894}"/>
              </a:ext>
            </a:extLst>
          </p:cNvPr>
          <p:cNvSpPr>
            <a:spLocks xmlns:a="http://schemas.openxmlformats.org/drawingml/2006/main" noGrp="1"/>
          </p:cNvSpPr>
          <p:nvPr/>
        </p:nvSpPr>
        <p:spPr>
          <a:xfrm xmlns:a="http://schemas.openxmlformats.org/drawingml/2006/main">
            <a:off x="4674100" y="5461861"/>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6" name="">
            <a:extLst xmlns:a="http://schemas.openxmlformats.org/drawingml/2006/main">
              <a:ext uri="{FF2B5EF4-FFF2-40B4-BE49-F238E27FC236}">
                <a16:creationId xmlns:a16="http://schemas.microsoft.com/office/drawing/2014/main" id="{1044F89C-7FB8-4036-B2BA-60BFF3B25638}"/>
              </a:ext>
            </a:extLst>
          </p:cNvPr>
          <p:cNvSpPr>
            <a:spLocks xmlns:a="http://schemas.openxmlformats.org/drawingml/2006/main" noGrp="1"/>
          </p:cNvSpPr>
          <p:nvPr/>
        </p:nvSpPr>
        <p:spPr>
          <a:xfrm xmlns:a="http://schemas.openxmlformats.org/drawingml/2006/main">
            <a:off x="6866620" y="5039960"/>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7" name="">
            <a:extLst xmlns:a="http://schemas.openxmlformats.org/drawingml/2006/main">
              <a:ext uri="{FF2B5EF4-FFF2-40B4-BE49-F238E27FC236}">
                <a16:creationId xmlns:a16="http://schemas.microsoft.com/office/drawing/2014/main" id="{291133D9-5E25-4547-99F9-BD687C78927E}"/>
              </a:ext>
            </a:extLst>
          </p:cNvPr>
          <p:cNvSpPr>
            <a:spLocks xmlns:a="http://schemas.openxmlformats.org/drawingml/2006/main" noGrp="1"/>
          </p:cNvSpPr>
          <p:nvPr/>
        </p:nvSpPr>
        <p:spPr>
          <a:xfrm xmlns:a="http://schemas.openxmlformats.org/drawingml/2006/main">
            <a:off x="5840730" y="5371148"/>
            <a:ext cx="68580" cy="68580"/>
          </a:xfrm>
          <a:prstGeom xmlns:a="http://schemas.openxmlformats.org/drawingml/2006/main" prst="ellipse">
            <a:avLst/>
          </a:prstGeom>
          <a:solidFill xmlns:a="http://schemas.openxmlformats.org/drawingml/2006/main">
            <a:srgbClr val="128B95"/>
          </a:solidFill>
          <a:ln xmlns:a="http://schemas.openxmlformats.org/drawingml/2006/main" w="4763">
            <a:solidFill>
              <a:srgbClr val="FFFFFF"/>
            </a:solidFill>
          </a:ln>
        </p:spPr>
      </p:sp>
      <p:sp>
        <p:nvSpPr>
          <p:cNvPr id="288" name="">
            <a:extLst xmlns:a="http://schemas.openxmlformats.org/drawingml/2006/main">
              <a:ext uri="{FF2B5EF4-FFF2-40B4-BE49-F238E27FC236}">
                <a16:creationId xmlns:a16="http://schemas.microsoft.com/office/drawing/2014/main" id="{A14E4CD1-34F8-40EE-B771-65711F321569}"/>
              </a:ext>
            </a:extLst>
          </p:cNvPr>
          <p:cNvSpPr>
            <a:spLocks xmlns:a="http://schemas.openxmlformats.org/drawingml/2006/main" noGrp="1"/>
          </p:cNvSpPr>
          <p:nvPr/>
        </p:nvSpPr>
        <p:spPr>
          <a:xfrm xmlns:a="http://schemas.openxmlformats.org/drawingml/2006/main">
            <a:off x="1268743" y="311705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89" name="">
            <a:extLst xmlns:a="http://schemas.openxmlformats.org/drawingml/2006/main">
              <a:ext uri="{FF2B5EF4-FFF2-40B4-BE49-F238E27FC236}">
                <a16:creationId xmlns:a16="http://schemas.microsoft.com/office/drawing/2014/main" id="{3041A8B1-C000-4A2C-BB0F-219EE70EEE91}"/>
              </a:ext>
            </a:extLst>
          </p:cNvPr>
          <p:cNvSpPr>
            <a:spLocks xmlns:a="http://schemas.openxmlformats.org/drawingml/2006/main" noGrp="1"/>
          </p:cNvSpPr>
          <p:nvPr/>
        </p:nvSpPr>
        <p:spPr>
          <a:xfrm xmlns:a="http://schemas.openxmlformats.org/drawingml/2006/main">
            <a:off x="1236082" y="314989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0" name="">
            <a:extLst xmlns:a="http://schemas.openxmlformats.org/drawingml/2006/main">
              <a:ext uri="{FF2B5EF4-FFF2-40B4-BE49-F238E27FC236}">
                <a16:creationId xmlns:a16="http://schemas.microsoft.com/office/drawing/2014/main" id="{DCB49E27-DD54-4D07-B76C-7BD87A4592C5}"/>
              </a:ext>
            </a:extLst>
          </p:cNvPr>
          <p:cNvSpPr>
            <a:spLocks xmlns:a="http://schemas.openxmlformats.org/drawingml/2006/main" noGrp="1"/>
          </p:cNvSpPr>
          <p:nvPr/>
        </p:nvSpPr>
        <p:spPr>
          <a:xfrm xmlns:a="http://schemas.openxmlformats.org/drawingml/2006/main">
            <a:off x="1176338" y="319087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1" name="">
            <a:extLst xmlns:a="http://schemas.openxmlformats.org/drawingml/2006/main">
              <a:ext uri="{FF2B5EF4-FFF2-40B4-BE49-F238E27FC236}">
                <a16:creationId xmlns:a16="http://schemas.microsoft.com/office/drawing/2014/main" id="{6975F537-D0FD-41D5-A883-C8887D6CD959}"/>
              </a:ext>
            </a:extLst>
          </p:cNvPr>
          <p:cNvSpPr>
            <a:spLocks xmlns:a="http://schemas.openxmlformats.org/drawingml/2006/main" noGrp="1"/>
          </p:cNvSpPr>
          <p:nvPr/>
        </p:nvSpPr>
        <p:spPr>
          <a:xfrm xmlns:a="http://schemas.openxmlformats.org/drawingml/2006/main">
            <a:off x="1228651" y="340717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2" name="">
            <a:extLst xmlns:a="http://schemas.openxmlformats.org/drawingml/2006/main">
              <a:ext uri="{FF2B5EF4-FFF2-40B4-BE49-F238E27FC236}">
                <a16:creationId xmlns:a16="http://schemas.microsoft.com/office/drawing/2014/main" id="{DB5CAAB4-6246-44FA-B5C0-9087F673F8E7}"/>
              </a:ext>
            </a:extLst>
          </p:cNvPr>
          <p:cNvSpPr>
            <a:spLocks xmlns:a="http://schemas.openxmlformats.org/drawingml/2006/main" noGrp="1"/>
          </p:cNvSpPr>
          <p:nvPr/>
        </p:nvSpPr>
        <p:spPr>
          <a:xfrm xmlns:a="http://schemas.openxmlformats.org/drawingml/2006/main">
            <a:off x="2441798" y="377248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3" name="">
            <a:extLst xmlns:a="http://schemas.openxmlformats.org/drawingml/2006/main">
              <a:ext uri="{FF2B5EF4-FFF2-40B4-BE49-F238E27FC236}">
                <a16:creationId xmlns:a16="http://schemas.microsoft.com/office/drawing/2014/main" id="{C2DA61E6-551B-4E40-AA81-A7D134C20FB6}"/>
              </a:ext>
            </a:extLst>
          </p:cNvPr>
          <p:cNvSpPr>
            <a:spLocks xmlns:a="http://schemas.openxmlformats.org/drawingml/2006/main" noGrp="1"/>
          </p:cNvSpPr>
          <p:nvPr/>
        </p:nvSpPr>
        <p:spPr>
          <a:xfrm xmlns:a="http://schemas.openxmlformats.org/drawingml/2006/main">
            <a:off x="2877047" y="368184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4" name="">
            <a:extLst xmlns:a="http://schemas.openxmlformats.org/drawingml/2006/main">
              <a:ext uri="{FF2B5EF4-FFF2-40B4-BE49-F238E27FC236}">
                <a16:creationId xmlns:a16="http://schemas.microsoft.com/office/drawing/2014/main" id="{35663F59-4A80-4497-88E9-4FD9085FCFE7}"/>
              </a:ext>
            </a:extLst>
          </p:cNvPr>
          <p:cNvSpPr>
            <a:spLocks xmlns:a="http://schemas.openxmlformats.org/drawingml/2006/main" noGrp="1"/>
          </p:cNvSpPr>
          <p:nvPr/>
        </p:nvSpPr>
        <p:spPr>
          <a:xfrm xmlns:a="http://schemas.openxmlformats.org/drawingml/2006/main">
            <a:off x="2827201" y="371115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5" name="">
            <a:extLst xmlns:a="http://schemas.openxmlformats.org/drawingml/2006/main">
              <a:ext uri="{FF2B5EF4-FFF2-40B4-BE49-F238E27FC236}">
                <a16:creationId xmlns:a16="http://schemas.microsoft.com/office/drawing/2014/main" id="{7FA3AA86-243D-4C7D-ADE0-203A700F0839}"/>
              </a:ext>
            </a:extLst>
          </p:cNvPr>
          <p:cNvSpPr>
            <a:spLocks xmlns:a="http://schemas.openxmlformats.org/drawingml/2006/main" noGrp="1"/>
          </p:cNvSpPr>
          <p:nvPr/>
        </p:nvSpPr>
        <p:spPr>
          <a:xfrm xmlns:a="http://schemas.openxmlformats.org/drawingml/2006/main">
            <a:off x="2277560" y="400874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6" name="">
            <a:extLst xmlns:a="http://schemas.openxmlformats.org/drawingml/2006/main">
              <a:ext uri="{FF2B5EF4-FFF2-40B4-BE49-F238E27FC236}">
                <a16:creationId xmlns:a16="http://schemas.microsoft.com/office/drawing/2014/main" id="{378D7690-7A82-45AA-A61F-7980672E0D01}"/>
              </a:ext>
            </a:extLst>
          </p:cNvPr>
          <p:cNvSpPr>
            <a:spLocks xmlns:a="http://schemas.openxmlformats.org/drawingml/2006/main" noGrp="1"/>
          </p:cNvSpPr>
          <p:nvPr/>
        </p:nvSpPr>
        <p:spPr>
          <a:xfrm xmlns:a="http://schemas.openxmlformats.org/drawingml/2006/main">
            <a:off x="1896127" y="399825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7" name="">
            <a:extLst xmlns:a="http://schemas.openxmlformats.org/drawingml/2006/main">
              <a:ext uri="{FF2B5EF4-FFF2-40B4-BE49-F238E27FC236}">
                <a16:creationId xmlns:a16="http://schemas.microsoft.com/office/drawing/2014/main" id="{7B5B3662-D0F0-4488-ADEE-4BF5D0E6D5EA}"/>
              </a:ext>
            </a:extLst>
          </p:cNvPr>
          <p:cNvSpPr>
            <a:spLocks xmlns:a="http://schemas.openxmlformats.org/drawingml/2006/main" noGrp="1"/>
          </p:cNvSpPr>
          <p:nvPr/>
        </p:nvSpPr>
        <p:spPr>
          <a:xfrm xmlns:a="http://schemas.openxmlformats.org/drawingml/2006/main">
            <a:off x="1908440" y="336177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8" name="">
            <a:extLst xmlns:a="http://schemas.openxmlformats.org/drawingml/2006/main">
              <a:ext uri="{FF2B5EF4-FFF2-40B4-BE49-F238E27FC236}">
                <a16:creationId xmlns:a16="http://schemas.microsoft.com/office/drawing/2014/main" id="{D268E02A-278E-41CA-BFFB-B862929734FD}"/>
              </a:ext>
            </a:extLst>
          </p:cNvPr>
          <p:cNvSpPr>
            <a:spLocks xmlns:a="http://schemas.openxmlformats.org/drawingml/2006/main" noGrp="1"/>
          </p:cNvSpPr>
          <p:nvPr/>
        </p:nvSpPr>
        <p:spPr>
          <a:xfrm xmlns:a="http://schemas.openxmlformats.org/drawingml/2006/main">
            <a:off x="2002714" y="376528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299" name="">
            <a:extLst xmlns:a="http://schemas.openxmlformats.org/drawingml/2006/main">
              <a:ext uri="{FF2B5EF4-FFF2-40B4-BE49-F238E27FC236}">
                <a16:creationId xmlns:a16="http://schemas.microsoft.com/office/drawing/2014/main" id="{EF8D4198-ED9D-4124-AB5A-A76859F68B00}"/>
              </a:ext>
            </a:extLst>
          </p:cNvPr>
          <p:cNvSpPr>
            <a:spLocks xmlns:a="http://schemas.openxmlformats.org/drawingml/2006/main" noGrp="1"/>
          </p:cNvSpPr>
          <p:nvPr/>
        </p:nvSpPr>
        <p:spPr>
          <a:xfrm xmlns:a="http://schemas.openxmlformats.org/drawingml/2006/main">
            <a:off x="1996474" y="376804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0" name="">
            <a:extLst xmlns:a="http://schemas.openxmlformats.org/drawingml/2006/main">
              <a:ext uri="{FF2B5EF4-FFF2-40B4-BE49-F238E27FC236}">
                <a16:creationId xmlns:a16="http://schemas.microsoft.com/office/drawing/2014/main" id="{10C34D31-AFF9-498A-816F-73ED0AC05BB2}"/>
              </a:ext>
            </a:extLst>
          </p:cNvPr>
          <p:cNvSpPr>
            <a:spLocks xmlns:a="http://schemas.openxmlformats.org/drawingml/2006/main" noGrp="1"/>
          </p:cNvSpPr>
          <p:nvPr/>
        </p:nvSpPr>
        <p:spPr>
          <a:xfrm xmlns:a="http://schemas.openxmlformats.org/drawingml/2006/main">
            <a:off x="1480537" y="349759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1" name="">
            <a:extLst xmlns:a="http://schemas.openxmlformats.org/drawingml/2006/main">
              <a:ext uri="{FF2B5EF4-FFF2-40B4-BE49-F238E27FC236}">
                <a16:creationId xmlns:a16="http://schemas.microsoft.com/office/drawing/2014/main" id="{0D867D25-178C-4B38-9632-6427D0A9AD0C}"/>
              </a:ext>
            </a:extLst>
          </p:cNvPr>
          <p:cNvSpPr>
            <a:spLocks xmlns:a="http://schemas.openxmlformats.org/drawingml/2006/main" noGrp="1"/>
          </p:cNvSpPr>
          <p:nvPr/>
        </p:nvSpPr>
        <p:spPr>
          <a:xfrm xmlns:a="http://schemas.openxmlformats.org/drawingml/2006/main">
            <a:off x="1564543" y="352385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2" name="">
            <a:extLst xmlns:a="http://schemas.openxmlformats.org/drawingml/2006/main">
              <a:ext uri="{FF2B5EF4-FFF2-40B4-BE49-F238E27FC236}">
                <a16:creationId xmlns:a16="http://schemas.microsoft.com/office/drawing/2014/main" id="{96998A8E-EAA0-44F9-9430-FA345D21C485}"/>
              </a:ext>
            </a:extLst>
          </p:cNvPr>
          <p:cNvSpPr>
            <a:spLocks xmlns:a="http://schemas.openxmlformats.org/drawingml/2006/main" noGrp="1"/>
          </p:cNvSpPr>
          <p:nvPr/>
        </p:nvSpPr>
        <p:spPr>
          <a:xfrm xmlns:a="http://schemas.openxmlformats.org/drawingml/2006/main">
            <a:off x="1539185" y="359791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3" name="">
            <a:extLst xmlns:a="http://schemas.openxmlformats.org/drawingml/2006/main">
              <a:ext uri="{FF2B5EF4-FFF2-40B4-BE49-F238E27FC236}">
                <a16:creationId xmlns:a16="http://schemas.microsoft.com/office/drawing/2014/main" id="{0D617ABC-A583-4FD2-835A-A061ADF41F6F}"/>
              </a:ext>
            </a:extLst>
          </p:cNvPr>
          <p:cNvSpPr>
            <a:spLocks xmlns:a="http://schemas.openxmlformats.org/drawingml/2006/main" noGrp="1"/>
          </p:cNvSpPr>
          <p:nvPr/>
        </p:nvSpPr>
        <p:spPr>
          <a:xfrm xmlns:a="http://schemas.openxmlformats.org/drawingml/2006/main">
            <a:off x="1910654" y="397007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4" name="">
            <a:extLst xmlns:a="http://schemas.openxmlformats.org/drawingml/2006/main">
              <a:ext uri="{FF2B5EF4-FFF2-40B4-BE49-F238E27FC236}">
                <a16:creationId xmlns:a16="http://schemas.microsoft.com/office/drawing/2014/main" id="{059B5C7D-6365-4FCC-BE4B-C1AECEE6AA3C}"/>
              </a:ext>
            </a:extLst>
          </p:cNvPr>
          <p:cNvSpPr>
            <a:spLocks xmlns:a="http://schemas.openxmlformats.org/drawingml/2006/main" noGrp="1"/>
          </p:cNvSpPr>
          <p:nvPr/>
        </p:nvSpPr>
        <p:spPr>
          <a:xfrm xmlns:a="http://schemas.openxmlformats.org/drawingml/2006/main">
            <a:off x="3264106" y="431029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5" name="">
            <a:extLst xmlns:a="http://schemas.openxmlformats.org/drawingml/2006/main">
              <a:ext uri="{FF2B5EF4-FFF2-40B4-BE49-F238E27FC236}">
                <a16:creationId xmlns:a16="http://schemas.microsoft.com/office/drawing/2014/main" id="{A70743F6-1D38-4B1C-B90C-5FBD273CBB0A}"/>
              </a:ext>
            </a:extLst>
          </p:cNvPr>
          <p:cNvSpPr>
            <a:spLocks xmlns:a="http://schemas.openxmlformats.org/drawingml/2006/main" noGrp="1"/>
          </p:cNvSpPr>
          <p:nvPr/>
        </p:nvSpPr>
        <p:spPr>
          <a:xfrm xmlns:a="http://schemas.openxmlformats.org/drawingml/2006/main">
            <a:off x="2539793" y="452802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6" name="">
            <a:extLst xmlns:a="http://schemas.openxmlformats.org/drawingml/2006/main">
              <a:ext uri="{FF2B5EF4-FFF2-40B4-BE49-F238E27FC236}">
                <a16:creationId xmlns:a16="http://schemas.microsoft.com/office/drawing/2014/main" id="{1B0B83A8-4368-436C-BB76-BF2A23192B44}"/>
              </a:ext>
            </a:extLst>
          </p:cNvPr>
          <p:cNvSpPr>
            <a:spLocks xmlns:a="http://schemas.openxmlformats.org/drawingml/2006/main" noGrp="1"/>
          </p:cNvSpPr>
          <p:nvPr/>
        </p:nvSpPr>
        <p:spPr>
          <a:xfrm xmlns:a="http://schemas.openxmlformats.org/drawingml/2006/main">
            <a:off x="2168236" y="422755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7" name="">
            <a:extLst xmlns:a="http://schemas.openxmlformats.org/drawingml/2006/main">
              <a:ext uri="{FF2B5EF4-FFF2-40B4-BE49-F238E27FC236}">
                <a16:creationId xmlns:a16="http://schemas.microsoft.com/office/drawing/2014/main" id="{1759037F-AC34-4C66-B873-A2F449E8E670}"/>
              </a:ext>
            </a:extLst>
          </p:cNvPr>
          <p:cNvSpPr>
            <a:spLocks xmlns:a="http://schemas.openxmlformats.org/drawingml/2006/main" noGrp="1"/>
          </p:cNvSpPr>
          <p:nvPr/>
        </p:nvSpPr>
        <p:spPr>
          <a:xfrm xmlns:a="http://schemas.openxmlformats.org/drawingml/2006/main">
            <a:off x="2092327" y="436541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8" name="">
            <a:extLst xmlns:a="http://schemas.openxmlformats.org/drawingml/2006/main">
              <a:ext uri="{FF2B5EF4-FFF2-40B4-BE49-F238E27FC236}">
                <a16:creationId xmlns:a16="http://schemas.microsoft.com/office/drawing/2014/main" id="{3B1A6C33-761F-458E-A594-9A43B6618BCC}"/>
              </a:ext>
            </a:extLst>
          </p:cNvPr>
          <p:cNvSpPr>
            <a:spLocks xmlns:a="http://schemas.openxmlformats.org/drawingml/2006/main" noGrp="1"/>
          </p:cNvSpPr>
          <p:nvPr/>
        </p:nvSpPr>
        <p:spPr>
          <a:xfrm xmlns:a="http://schemas.openxmlformats.org/drawingml/2006/main">
            <a:off x="1640396" y="431196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09" name="">
            <a:extLst xmlns:a="http://schemas.openxmlformats.org/drawingml/2006/main">
              <a:ext uri="{FF2B5EF4-FFF2-40B4-BE49-F238E27FC236}">
                <a16:creationId xmlns:a16="http://schemas.microsoft.com/office/drawing/2014/main" id="{9CE634C3-D3DD-446D-A668-6626DDB934F4}"/>
              </a:ext>
            </a:extLst>
          </p:cNvPr>
          <p:cNvSpPr>
            <a:spLocks xmlns:a="http://schemas.openxmlformats.org/drawingml/2006/main" noGrp="1"/>
          </p:cNvSpPr>
          <p:nvPr/>
        </p:nvSpPr>
        <p:spPr>
          <a:xfrm xmlns:a="http://schemas.openxmlformats.org/drawingml/2006/main">
            <a:off x="2965314" y="478684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0" name="">
            <a:extLst xmlns:a="http://schemas.openxmlformats.org/drawingml/2006/main">
              <a:ext uri="{FF2B5EF4-FFF2-40B4-BE49-F238E27FC236}">
                <a16:creationId xmlns:a16="http://schemas.microsoft.com/office/drawing/2014/main" id="{F53CC74C-C4F5-4CF0-BF0D-88DF930ACF83}"/>
              </a:ext>
            </a:extLst>
          </p:cNvPr>
          <p:cNvSpPr>
            <a:spLocks xmlns:a="http://schemas.openxmlformats.org/drawingml/2006/main" noGrp="1"/>
          </p:cNvSpPr>
          <p:nvPr/>
        </p:nvSpPr>
        <p:spPr>
          <a:xfrm xmlns:a="http://schemas.openxmlformats.org/drawingml/2006/main">
            <a:off x="2595600" y="471875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1" name="">
            <a:extLst xmlns:a="http://schemas.openxmlformats.org/drawingml/2006/main">
              <a:ext uri="{FF2B5EF4-FFF2-40B4-BE49-F238E27FC236}">
                <a16:creationId xmlns:a16="http://schemas.microsoft.com/office/drawing/2014/main" id="{B043E1FD-8463-44F8-92A9-D0B9F3D58A3E}"/>
              </a:ext>
            </a:extLst>
          </p:cNvPr>
          <p:cNvSpPr>
            <a:spLocks xmlns:a="http://schemas.openxmlformats.org/drawingml/2006/main" noGrp="1"/>
          </p:cNvSpPr>
          <p:nvPr/>
        </p:nvSpPr>
        <p:spPr>
          <a:xfrm xmlns:a="http://schemas.openxmlformats.org/drawingml/2006/main">
            <a:off x="2188951" y="464079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2" name="">
            <a:extLst xmlns:a="http://schemas.openxmlformats.org/drawingml/2006/main">
              <a:ext uri="{FF2B5EF4-FFF2-40B4-BE49-F238E27FC236}">
                <a16:creationId xmlns:a16="http://schemas.microsoft.com/office/drawing/2014/main" id="{FA784021-965F-4FB1-A6A7-B73B0C82C860}"/>
              </a:ext>
            </a:extLst>
          </p:cNvPr>
          <p:cNvSpPr>
            <a:spLocks xmlns:a="http://schemas.openxmlformats.org/drawingml/2006/main" noGrp="1"/>
          </p:cNvSpPr>
          <p:nvPr/>
        </p:nvSpPr>
        <p:spPr>
          <a:xfrm xmlns:a="http://schemas.openxmlformats.org/drawingml/2006/main">
            <a:off x="3877264" y="505222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3" name="">
            <a:extLst xmlns:a="http://schemas.openxmlformats.org/drawingml/2006/main">
              <a:ext uri="{FF2B5EF4-FFF2-40B4-BE49-F238E27FC236}">
                <a16:creationId xmlns:a16="http://schemas.microsoft.com/office/drawing/2014/main" id="{3AB3CB62-6DC2-4F1A-8B1D-37F52B1729F9}"/>
              </a:ext>
            </a:extLst>
          </p:cNvPr>
          <p:cNvSpPr>
            <a:spLocks xmlns:a="http://schemas.openxmlformats.org/drawingml/2006/main" noGrp="1"/>
          </p:cNvSpPr>
          <p:nvPr/>
        </p:nvSpPr>
        <p:spPr>
          <a:xfrm xmlns:a="http://schemas.openxmlformats.org/drawingml/2006/main">
            <a:off x="3899964" y="504730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4" name="">
            <a:extLst xmlns:a="http://schemas.openxmlformats.org/drawingml/2006/main">
              <a:ext uri="{FF2B5EF4-FFF2-40B4-BE49-F238E27FC236}">
                <a16:creationId xmlns:a16="http://schemas.microsoft.com/office/drawing/2014/main" id="{08AB45C6-73DD-4345-844E-349DF0594FB3}"/>
              </a:ext>
            </a:extLst>
          </p:cNvPr>
          <p:cNvSpPr>
            <a:spLocks xmlns:a="http://schemas.openxmlformats.org/drawingml/2006/main" noGrp="1"/>
          </p:cNvSpPr>
          <p:nvPr/>
        </p:nvSpPr>
        <p:spPr>
          <a:xfrm xmlns:a="http://schemas.openxmlformats.org/drawingml/2006/main">
            <a:off x="3977989" y="510050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5" name="">
            <a:extLst xmlns:a="http://schemas.openxmlformats.org/drawingml/2006/main">
              <a:ext uri="{FF2B5EF4-FFF2-40B4-BE49-F238E27FC236}">
                <a16:creationId xmlns:a16="http://schemas.microsoft.com/office/drawing/2014/main" id="{2C42B6BD-24A7-462D-9366-0919D227E84C}"/>
              </a:ext>
            </a:extLst>
          </p:cNvPr>
          <p:cNvSpPr>
            <a:spLocks xmlns:a="http://schemas.openxmlformats.org/drawingml/2006/main" noGrp="1"/>
          </p:cNvSpPr>
          <p:nvPr/>
        </p:nvSpPr>
        <p:spPr>
          <a:xfrm xmlns:a="http://schemas.openxmlformats.org/drawingml/2006/main">
            <a:off x="3875624" y="530225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6" name="">
            <a:extLst xmlns:a="http://schemas.openxmlformats.org/drawingml/2006/main">
              <a:ext uri="{FF2B5EF4-FFF2-40B4-BE49-F238E27FC236}">
                <a16:creationId xmlns:a16="http://schemas.microsoft.com/office/drawing/2014/main" id="{05725EAB-301D-410D-8E52-664699CA9DD9}"/>
              </a:ext>
            </a:extLst>
          </p:cNvPr>
          <p:cNvSpPr>
            <a:spLocks xmlns:a="http://schemas.openxmlformats.org/drawingml/2006/main" noGrp="1"/>
          </p:cNvSpPr>
          <p:nvPr/>
        </p:nvSpPr>
        <p:spPr>
          <a:xfrm xmlns:a="http://schemas.openxmlformats.org/drawingml/2006/main">
            <a:off x="3201416" y="520435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7" name="">
            <a:extLst xmlns:a="http://schemas.openxmlformats.org/drawingml/2006/main">
              <a:ext uri="{FF2B5EF4-FFF2-40B4-BE49-F238E27FC236}">
                <a16:creationId xmlns:a16="http://schemas.microsoft.com/office/drawing/2014/main" id="{D2464481-AB3C-4A7C-95B3-3209E9AC994A}"/>
              </a:ext>
            </a:extLst>
          </p:cNvPr>
          <p:cNvSpPr>
            <a:spLocks xmlns:a="http://schemas.openxmlformats.org/drawingml/2006/main" noGrp="1"/>
          </p:cNvSpPr>
          <p:nvPr/>
        </p:nvSpPr>
        <p:spPr>
          <a:xfrm xmlns:a="http://schemas.openxmlformats.org/drawingml/2006/main">
            <a:off x="2643018" y="495498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8" name="">
            <a:extLst xmlns:a="http://schemas.openxmlformats.org/drawingml/2006/main">
              <a:ext uri="{FF2B5EF4-FFF2-40B4-BE49-F238E27FC236}">
                <a16:creationId xmlns:a16="http://schemas.microsoft.com/office/drawing/2014/main" id="{D2CCFF94-9797-4081-844A-5656E1376D6D}"/>
              </a:ext>
            </a:extLst>
          </p:cNvPr>
          <p:cNvSpPr>
            <a:spLocks xmlns:a="http://schemas.openxmlformats.org/drawingml/2006/main" noGrp="1"/>
          </p:cNvSpPr>
          <p:nvPr/>
        </p:nvSpPr>
        <p:spPr>
          <a:xfrm xmlns:a="http://schemas.openxmlformats.org/drawingml/2006/main">
            <a:off x="2576516" y="490249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19" name="">
            <a:extLst xmlns:a="http://schemas.openxmlformats.org/drawingml/2006/main">
              <a:ext uri="{FF2B5EF4-FFF2-40B4-BE49-F238E27FC236}">
                <a16:creationId xmlns:a16="http://schemas.microsoft.com/office/drawing/2014/main" id="{B5692139-408A-400B-A77A-0023191F3030}"/>
              </a:ext>
            </a:extLst>
          </p:cNvPr>
          <p:cNvSpPr>
            <a:spLocks xmlns:a="http://schemas.openxmlformats.org/drawingml/2006/main" noGrp="1"/>
          </p:cNvSpPr>
          <p:nvPr/>
        </p:nvSpPr>
        <p:spPr>
          <a:xfrm xmlns:a="http://schemas.openxmlformats.org/drawingml/2006/main">
            <a:off x="3044592" y="513457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0" name="">
            <a:extLst xmlns:a="http://schemas.openxmlformats.org/drawingml/2006/main">
              <a:ext uri="{FF2B5EF4-FFF2-40B4-BE49-F238E27FC236}">
                <a16:creationId xmlns:a16="http://schemas.microsoft.com/office/drawing/2014/main" id="{A6B9F52B-69EB-4F91-8033-525F33C02F17}"/>
              </a:ext>
            </a:extLst>
          </p:cNvPr>
          <p:cNvSpPr>
            <a:spLocks xmlns:a="http://schemas.openxmlformats.org/drawingml/2006/main" noGrp="1"/>
          </p:cNvSpPr>
          <p:nvPr/>
        </p:nvSpPr>
        <p:spPr>
          <a:xfrm xmlns:a="http://schemas.openxmlformats.org/drawingml/2006/main">
            <a:off x="4744884" y="538569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1" name="">
            <a:extLst xmlns:a="http://schemas.openxmlformats.org/drawingml/2006/main">
              <a:ext uri="{FF2B5EF4-FFF2-40B4-BE49-F238E27FC236}">
                <a16:creationId xmlns:a16="http://schemas.microsoft.com/office/drawing/2014/main" id="{D7766C90-6A7C-4CF3-81E5-567B757B249E}"/>
              </a:ext>
            </a:extLst>
          </p:cNvPr>
          <p:cNvSpPr>
            <a:spLocks xmlns:a="http://schemas.openxmlformats.org/drawingml/2006/main" noGrp="1"/>
          </p:cNvSpPr>
          <p:nvPr/>
        </p:nvSpPr>
        <p:spPr>
          <a:xfrm xmlns:a="http://schemas.openxmlformats.org/drawingml/2006/main">
            <a:off x="4660895" y="544826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2" name="">
            <a:extLst xmlns:a="http://schemas.openxmlformats.org/drawingml/2006/main">
              <a:ext uri="{FF2B5EF4-FFF2-40B4-BE49-F238E27FC236}">
                <a16:creationId xmlns:a16="http://schemas.microsoft.com/office/drawing/2014/main" id="{6160EB71-693A-4C20-B72B-AECDED799F7A}"/>
              </a:ext>
            </a:extLst>
          </p:cNvPr>
          <p:cNvSpPr>
            <a:spLocks xmlns:a="http://schemas.openxmlformats.org/drawingml/2006/main" noGrp="1"/>
          </p:cNvSpPr>
          <p:nvPr/>
        </p:nvSpPr>
        <p:spPr>
          <a:xfrm xmlns:a="http://schemas.openxmlformats.org/drawingml/2006/main">
            <a:off x="4780002" y="473668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3" name="">
            <a:extLst xmlns:a="http://schemas.openxmlformats.org/drawingml/2006/main">
              <a:ext uri="{FF2B5EF4-FFF2-40B4-BE49-F238E27FC236}">
                <a16:creationId xmlns:a16="http://schemas.microsoft.com/office/drawing/2014/main" id="{C4B33C7C-0CA5-435E-9B2D-4D4E6FF47D07}"/>
              </a:ext>
            </a:extLst>
          </p:cNvPr>
          <p:cNvSpPr>
            <a:spLocks xmlns:a="http://schemas.openxmlformats.org/drawingml/2006/main" noGrp="1"/>
          </p:cNvSpPr>
          <p:nvPr/>
        </p:nvSpPr>
        <p:spPr>
          <a:xfrm xmlns:a="http://schemas.openxmlformats.org/drawingml/2006/main">
            <a:off x="5183873" y="473616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4" name="">
            <a:extLst xmlns:a="http://schemas.openxmlformats.org/drawingml/2006/main">
              <a:ext uri="{FF2B5EF4-FFF2-40B4-BE49-F238E27FC236}">
                <a16:creationId xmlns:a16="http://schemas.microsoft.com/office/drawing/2014/main" id="{DB5B1CA9-14B2-4C64-B860-87BF8AF2F109}"/>
              </a:ext>
            </a:extLst>
          </p:cNvPr>
          <p:cNvSpPr>
            <a:spLocks xmlns:a="http://schemas.openxmlformats.org/drawingml/2006/main" noGrp="1"/>
          </p:cNvSpPr>
          <p:nvPr/>
        </p:nvSpPr>
        <p:spPr>
          <a:xfrm xmlns:a="http://schemas.openxmlformats.org/drawingml/2006/main">
            <a:off x="4915320" y="489642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5" name="">
            <a:extLst xmlns:a="http://schemas.openxmlformats.org/drawingml/2006/main">
              <a:ext uri="{FF2B5EF4-FFF2-40B4-BE49-F238E27FC236}">
                <a16:creationId xmlns:a16="http://schemas.microsoft.com/office/drawing/2014/main" id="{652E33CD-3CE1-4910-BE72-1029FEBC942D}"/>
              </a:ext>
            </a:extLst>
          </p:cNvPr>
          <p:cNvSpPr>
            <a:spLocks xmlns:a="http://schemas.openxmlformats.org/drawingml/2006/main" noGrp="1"/>
          </p:cNvSpPr>
          <p:nvPr/>
        </p:nvSpPr>
        <p:spPr>
          <a:xfrm xmlns:a="http://schemas.openxmlformats.org/drawingml/2006/main">
            <a:off x="4833631" y="513887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6" name="">
            <a:extLst xmlns:a="http://schemas.openxmlformats.org/drawingml/2006/main">
              <a:ext uri="{FF2B5EF4-FFF2-40B4-BE49-F238E27FC236}">
                <a16:creationId xmlns:a16="http://schemas.microsoft.com/office/drawing/2014/main" id="{BB297C2A-9391-404E-A806-15B1F12272F9}"/>
              </a:ext>
            </a:extLst>
          </p:cNvPr>
          <p:cNvSpPr>
            <a:spLocks xmlns:a="http://schemas.openxmlformats.org/drawingml/2006/main" noGrp="1"/>
          </p:cNvSpPr>
          <p:nvPr/>
        </p:nvSpPr>
        <p:spPr>
          <a:xfrm xmlns:a="http://schemas.openxmlformats.org/drawingml/2006/main">
            <a:off x="4822804" y="517392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7" name="">
            <a:extLst xmlns:a="http://schemas.openxmlformats.org/drawingml/2006/main">
              <a:ext uri="{FF2B5EF4-FFF2-40B4-BE49-F238E27FC236}">
                <a16:creationId xmlns:a16="http://schemas.microsoft.com/office/drawing/2014/main" id="{8DC3CA54-26E5-4F48-A62C-0A14E6425C8A}"/>
              </a:ext>
            </a:extLst>
          </p:cNvPr>
          <p:cNvSpPr>
            <a:spLocks xmlns:a="http://schemas.openxmlformats.org/drawingml/2006/main" noGrp="1"/>
          </p:cNvSpPr>
          <p:nvPr/>
        </p:nvSpPr>
        <p:spPr>
          <a:xfrm xmlns:a="http://schemas.openxmlformats.org/drawingml/2006/main">
            <a:off x="5073010" y="505698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8" name="">
            <a:extLst xmlns:a="http://schemas.openxmlformats.org/drawingml/2006/main">
              <a:ext uri="{FF2B5EF4-FFF2-40B4-BE49-F238E27FC236}">
                <a16:creationId xmlns:a16="http://schemas.microsoft.com/office/drawing/2014/main" id="{B49A85E6-EA29-4140-9490-17EA9DDE63D6}"/>
              </a:ext>
            </a:extLst>
          </p:cNvPr>
          <p:cNvSpPr>
            <a:spLocks xmlns:a="http://schemas.openxmlformats.org/drawingml/2006/main" noGrp="1"/>
          </p:cNvSpPr>
          <p:nvPr/>
        </p:nvSpPr>
        <p:spPr>
          <a:xfrm xmlns:a="http://schemas.openxmlformats.org/drawingml/2006/main">
            <a:off x="5030130" y="525928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29" name="">
            <a:extLst xmlns:a="http://schemas.openxmlformats.org/drawingml/2006/main">
              <a:ext uri="{FF2B5EF4-FFF2-40B4-BE49-F238E27FC236}">
                <a16:creationId xmlns:a16="http://schemas.microsoft.com/office/drawing/2014/main" id="{6B6781E9-A44E-4A69-B3B0-551E8D1F8A9E}"/>
              </a:ext>
            </a:extLst>
          </p:cNvPr>
          <p:cNvSpPr>
            <a:spLocks xmlns:a="http://schemas.openxmlformats.org/drawingml/2006/main" noGrp="1"/>
          </p:cNvSpPr>
          <p:nvPr/>
        </p:nvSpPr>
        <p:spPr>
          <a:xfrm xmlns:a="http://schemas.openxmlformats.org/drawingml/2006/main">
            <a:off x="5692763" y="544369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0" name="">
            <a:extLst xmlns:a="http://schemas.openxmlformats.org/drawingml/2006/main">
              <a:ext uri="{FF2B5EF4-FFF2-40B4-BE49-F238E27FC236}">
                <a16:creationId xmlns:a16="http://schemas.microsoft.com/office/drawing/2014/main" id="{F4B5C905-4186-4D8E-A9D3-AA1E62E20D7C}"/>
              </a:ext>
            </a:extLst>
          </p:cNvPr>
          <p:cNvSpPr>
            <a:spLocks xmlns:a="http://schemas.openxmlformats.org/drawingml/2006/main" noGrp="1"/>
          </p:cNvSpPr>
          <p:nvPr/>
        </p:nvSpPr>
        <p:spPr>
          <a:xfrm xmlns:a="http://schemas.openxmlformats.org/drawingml/2006/main">
            <a:off x="5198971" y="478513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1" name="">
            <a:extLst xmlns:a="http://schemas.openxmlformats.org/drawingml/2006/main">
              <a:ext uri="{FF2B5EF4-FFF2-40B4-BE49-F238E27FC236}">
                <a16:creationId xmlns:a16="http://schemas.microsoft.com/office/drawing/2014/main" id="{873DC034-BB72-4C64-B28A-43018154B784}"/>
              </a:ext>
            </a:extLst>
          </p:cNvPr>
          <p:cNvSpPr>
            <a:spLocks xmlns:a="http://schemas.openxmlformats.org/drawingml/2006/main" noGrp="1"/>
          </p:cNvSpPr>
          <p:nvPr/>
        </p:nvSpPr>
        <p:spPr>
          <a:xfrm xmlns:a="http://schemas.openxmlformats.org/drawingml/2006/main">
            <a:off x="5295900" y="486568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2" name="">
            <a:extLst xmlns:a="http://schemas.openxmlformats.org/drawingml/2006/main">
              <a:ext uri="{FF2B5EF4-FFF2-40B4-BE49-F238E27FC236}">
                <a16:creationId xmlns:a16="http://schemas.microsoft.com/office/drawing/2014/main" id="{743EA5C6-F678-46F8-9C65-5561E1FC1BF7}"/>
              </a:ext>
            </a:extLst>
          </p:cNvPr>
          <p:cNvSpPr>
            <a:spLocks xmlns:a="http://schemas.openxmlformats.org/drawingml/2006/main" noGrp="1"/>
          </p:cNvSpPr>
          <p:nvPr/>
        </p:nvSpPr>
        <p:spPr>
          <a:xfrm xmlns:a="http://schemas.openxmlformats.org/drawingml/2006/main">
            <a:off x="5607094" y="518580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3" name="">
            <a:extLst xmlns:a="http://schemas.openxmlformats.org/drawingml/2006/main">
              <a:ext uri="{FF2B5EF4-FFF2-40B4-BE49-F238E27FC236}">
                <a16:creationId xmlns:a16="http://schemas.microsoft.com/office/drawing/2014/main" id="{950D7F74-8264-43B2-9974-1B3150453E76}"/>
              </a:ext>
            </a:extLst>
          </p:cNvPr>
          <p:cNvSpPr>
            <a:spLocks xmlns:a="http://schemas.openxmlformats.org/drawingml/2006/main" noGrp="1"/>
          </p:cNvSpPr>
          <p:nvPr/>
        </p:nvSpPr>
        <p:spPr>
          <a:xfrm xmlns:a="http://schemas.openxmlformats.org/drawingml/2006/main">
            <a:off x="5563652" y="503274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4" name="">
            <a:extLst xmlns:a="http://schemas.openxmlformats.org/drawingml/2006/main">
              <a:ext uri="{FF2B5EF4-FFF2-40B4-BE49-F238E27FC236}">
                <a16:creationId xmlns:a16="http://schemas.microsoft.com/office/drawing/2014/main" id="{EE680089-296A-4CF5-B278-53FB21CEC722}"/>
              </a:ext>
            </a:extLst>
          </p:cNvPr>
          <p:cNvSpPr>
            <a:spLocks xmlns:a="http://schemas.openxmlformats.org/drawingml/2006/main" noGrp="1"/>
          </p:cNvSpPr>
          <p:nvPr/>
        </p:nvSpPr>
        <p:spPr>
          <a:xfrm xmlns:a="http://schemas.openxmlformats.org/drawingml/2006/main">
            <a:off x="5719128" y="481012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5" name="">
            <a:extLst xmlns:a="http://schemas.openxmlformats.org/drawingml/2006/main">
              <a:ext uri="{FF2B5EF4-FFF2-40B4-BE49-F238E27FC236}">
                <a16:creationId xmlns:a16="http://schemas.microsoft.com/office/drawing/2014/main" id="{D70A5BC5-123F-40C1-BD4D-AB26762C3A94}"/>
              </a:ext>
            </a:extLst>
          </p:cNvPr>
          <p:cNvSpPr>
            <a:spLocks xmlns:a="http://schemas.openxmlformats.org/drawingml/2006/main" noGrp="1"/>
          </p:cNvSpPr>
          <p:nvPr/>
        </p:nvSpPr>
        <p:spPr>
          <a:xfrm xmlns:a="http://schemas.openxmlformats.org/drawingml/2006/main">
            <a:off x="5769980" y="490206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6" name="">
            <a:extLst xmlns:a="http://schemas.openxmlformats.org/drawingml/2006/main">
              <a:ext uri="{FF2B5EF4-FFF2-40B4-BE49-F238E27FC236}">
                <a16:creationId xmlns:a16="http://schemas.microsoft.com/office/drawing/2014/main" id="{E637178C-6F34-4C08-B1B0-67B1D2082F1B}"/>
              </a:ext>
            </a:extLst>
          </p:cNvPr>
          <p:cNvSpPr>
            <a:spLocks xmlns:a="http://schemas.openxmlformats.org/drawingml/2006/main" noGrp="1"/>
          </p:cNvSpPr>
          <p:nvPr/>
        </p:nvSpPr>
        <p:spPr>
          <a:xfrm xmlns:a="http://schemas.openxmlformats.org/drawingml/2006/main">
            <a:off x="5798852" y="520137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7" name="">
            <a:extLst xmlns:a="http://schemas.openxmlformats.org/drawingml/2006/main">
              <a:ext uri="{FF2B5EF4-FFF2-40B4-BE49-F238E27FC236}">
                <a16:creationId xmlns:a16="http://schemas.microsoft.com/office/drawing/2014/main" id="{9B21DD0B-04BD-4054-A2BF-9ABC889E742B}"/>
              </a:ext>
            </a:extLst>
          </p:cNvPr>
          <p:cNvSpPr>
            <a:spLocks xmlns:a="http://schemas.openxmlformats.org/drawingml/2006/main" noGrp="1"/>
          </p:cNvSpPr>
          <p:nvPr/>
        </p:nvSpPr>
        <p:spPr>
          <a:xfrm xmlns:a="http://schemas.openxmlformats.org/drawingml/2006/main">
            <a:off x="5880545" y="523114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8" name="">
            <a:extLst xmlns:a="http://schemas.openxmlformats.org/drawingml/2006/main">
              <a:ext uri="{FF2B5EF4-FFF2-40B4-BE49-F238E27FC236}">
                <a16:creationId xmlns:a16="http://schemas.microsoft.com/office/drawing/2014/main" id="{52629BBA-20ED-416E-9913-4B8F01E20DCD}"/>
              </a:ext>
            </a:extLst>
          </p:cNvPr>
          <p:cNvSpPr>
            <a:spLocks xmlns:a="http://schemas.openxmlformats.org/drawingml/2006/main" noGrp="1"/>
          </p:cNvSpPr>
          <p:nvPr/>
        </p:nvSpPr>
        <p:spPr>
          <a:xfrm xmlns:a="http://schemas.openxmlformats.org/drawingml/2006/main">
            <a:off x="5871516" y="506901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39" name="">
            <a:extLst xmlns:a="http://schemas.openxmlformats.org/drawingml/2006/main">
              <a:ext uri="{FF2B5EF4-FFF2-40B4-BE49-F238E27FC236}">
                <a16:creationId xmlns:a16="http://schemas.microsoft.com/office/drawing/2014/main" id="{62E17C37-E328-406A-B5EA-054E53E63651}"/>
              </a:ext>
            </a:extLst>
          </p:cNvPr>
          <p:cNvSpPr>
            <a:spLocks xmlns:a="http://schemas.openxmlformats.org/drawingml/2006/main" noGrp="1"/>
          </p:cNvSpPr>
          <p:nvPr/>
        </p:nvSpPr>
        <p:spPr>
          <a:xfrm xmlns:a="http://schemas.openxmlformats.org/drawingml/2006/main">
            <a:off x="6255895" y="509175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0" name="">
            <a:extLst xmlns:a="http://schemas.openxmlformats.org/drawingml/2006/main">
              <a:ext uri="{FF2B5EF4-FFF2-40B4-BE49-F238E27FC236}">
                <a16:creationId xmlns:a16="http://schemas.microsoft.com/office/drawing/2014/main" id="{82939BD9-1477-4ADA-9333-40C4957EC092}"/>
              </a:ext>
            </a:extLst>
          </p:cNvPr>
          <p:cNvSpPr>
            <a:spLocks xmlns:a="http://schemas.openxmlformats.org/drawingml/2006/main" noGrp="1"/>
          </p:cNvSpPr>
          <p:nvPr/>
        </p:nvSpPr>
        <p:spPr>
          <a:xfrm xmlns:a="http://schemas.openxmlformats.org/drawingml/2006/main">
            <a:off x="7123072" y="489424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1" name="">
            <a:extLst xmlns:a="http://schemas.openxmlformats.org/drawingml/2006/main">
              <a:ext uri="{FF2B5EF4-FFF2-40B4-BE49-F238E27FC236}">
                <a16:creationId xmlns:a16="http://schemas.microsoft.com/office/drawing/2014/main" id="{B11986FC-E488-4A3C-8C56-2029E699EA0D}"/>
              </a:ext>
            </a:extLst>
          </p:cNvPr>
          <p:cNvSpPr>
            <a:spLocks xmlns:a="http://schemas.openxmlformats.org/drawingml/2006/main" noGrp="1"/>
          </p:cNvSpPr>
          <p:nvPr/>
        </p:nvSpPr>
        <p:spPr>
          <a:xfrm xmlns:a="http://schemas.openxmlformats.org/drawingml/2006/main">
            <a:off x="6696379" y="517442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2" name="">
            <a:extLst xmlns:a="http://schemas.openxmlformats.org/drawingml/2006/main">
              <a:ext uri="{FF2B5EF4-FFF2-40B4-BE49-F238E27FC236}">
                <a16:creationId xmlns:a16="http://schemas.microsoft.com/office/drawing/2014/main" id="{E4FBD3FF-14D4-469B-B003-8FEF8323A3D9}"/>
              </a:ext>
            </a:extLst>
          </p:cNvPr>
          <p:cNvSpPr>
            <a:spLocks xmlns:a="http://schemas.openxmlformats.org/drawingml/2006/main" noGrp="1"/>
          </p:cNvSpPr>
          <p:nvPr/>
        </p:nvSpPr>
        <p:spPr>
          <a:xfrm xmlns:a="http://schemas.openxmlformats.org/drawingml/2006/main">
            <a:off x="6693076" y="517911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3" name="">
            <a:extLst xmlns:a="http://schemas.openxmlformats.org/drawingml/2006/main">
              <a:ext uri="{FF2B5EF4-FFF2-40B4-BE49-F238E27FC236}">
                <a16:creationId xmlns:a16="http://schemas.microsoft.com/office/drawing/2014/main" id="{E9243766-66E1-4C11-BC97-85A6541F460B}"/>
              </a:ext>
            </a:extLst>
          </p:cNvPr>
          <p:cNvSpPr>
            <a:spLocks xmlns:a="http://schemas.openxmlformats.org/drawingml/2006/main" noGrp="1"/>
          </p:cNvSpPr>
          <p:nvPr/>
        </p:nvSpPr>
        <p:spPr>
          <a:xfrm xmlns:a="http://schemas.openxmlformats.org/drawingml/2006/main">
            <a:off x="6845336" y="524076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4" name="">
            <a:extLst xmlns:a="http://schemas.openxmlformats.org/drawingml/2006/main">
              <a:ext uri="{FF2B5EF4-FFF2-40B4-BE49-F238E27FC236}">
                <a16:creationId xmlns:a16="http://schemas.microsoft.com/office/drawing/2014/main" id="{EFA94F16-65A5-43D4-B861-3647B91FEBA4}"/>
              </a:ext>
            </a:extLst>
          </p:cNvPr>
          <p:cNvSpPr>
            <a:spLocks xmlns:a="http://schemas.openxmlformats.org/drawingml/2006/main" noGrp="1"/>
          </p:cNvSpPr>
          <p:nvPr/>
        </p:nvSpPr>
        <p:spPr>
          <a:xfrm xmlns:a="http://schemas.openxmlformats.org/drawingml/2006/main">
            <a:off x="6636353" y="531025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5" name="">
            <a:extLst xmlns:a="http://schemas.openxmlformats.org/drawingml/2006/main">
              <a:ext uri="{FF2B5EF4-FFF2-40B4-BE49-F238E27FC236}">
                <a16:creationId xmlns:a16="http://schemas.microsoft.com/office/drawing/2014/main" id="{2981DC22-26DE-41A1-A9D3-A5AA9DFF9C90}"/>
              </a:ext>
            </a:extLst>
          </p:cNvPr>
          <p:cNvSpPr>
            <a:spLocks xmlns:a="http://schemas.openxmlformats.org/drawingml/2006/main" noGrp="1"/>
          </p:cNvSpPr>
          <p:nvPr/>
        </p:nvSpPr>
        <p:spPr>
          <a:xfrm xmlns:a="http://schemas.openxmlformats.org/drawingml/2006/main">
            <a:off x="5948202" y="534102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6" name="">
            <a:extLst xmlns:a="http://schemas.openxmlformats.org/drawingml/2006/main">
              <a:ext uri="{FF2B5EF4-FFF2-40B4-BE49-F238E27FC236}">
                <a16:creationId xmlns:a16="http://schemas.microsoft.com/office/drawing/2014/main" id="{1FAE4B26-52A1-4427-8E6C-D9724878A44A}"/>
              </a:ext>
            </a:extLst>
          </p:cNvPr>
          <p:cNvSpPr>
            <a:spLocks xmlns:a="http://schemas.openxmlformats.org/drawingml/2006/main" noGrp="1"/>
          </p:cNvSpPr>
          <p:nvPr/>
        </p:nvSpPr>
        <p:spPr>
          <a:xfrm xmlns:a="http://schemas.openxmlformats.org/drawingml/2006/main">
            <a:off x="5824262" y="535549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7" name="">
            <a:extLst xmlns:a="http://schemas.openxmlformats.org/drawingml/2006/main">
              <a:ext uri="{FF2B5EF4-FFF2-40B4-BE49-F238E27FC236}">
                <a16:creationId xmlns:a16="http://schemas.microsoft.com/office/drawing/2014/main" id="{16DC1418-27D2-4F91-B301-5F9E47C2C625}"/>
              </a:ext>
            </a:extLst>
          </p:cNvPr>
          <p:cNvSpPr>
            <a:spLocks xmlns:a="http://schemas.openxmlformats.org/drawingml/2006/main" noGrp="1"/>
          </p:cNvSpPr>
          <p:nvPr/>
        </p:nvSpPr>
        <p:spPr>
          <a:xfrm xmlns:a="http://schemas.openxmlformats.org/drawingml/2006/main">
            <a:off x="5800961" y="547034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8" name="">
            <a:extLst xmlns:a="http://schemas.openxmlformats.org/drawingml/2006/main">
              <a:ext uri="{FF2B5EF4-FFF2-40B4-BE49-F238E27FC236}">
                <a16:creationId xmlns:a16="http://schemas.microsoft.com/office/drawing/2014/main" id="{6D143BA6-D87F-497F-9E2E-F73DC1F67AB7}"/>
              </a:ext>
            </a:extLst>
          </p:cNvPr>
          <p:cNvSpPr>
            <a:spLocks xmlns:a="http://schemas.openxmlformats.org/drawingml/2006/main" noGrp="1"/>
          </p:cNvSpPr>
          <p:nvPr/>
        </p:nvSpPr>
        <p:spPr>
          <a:xfrm xmlns:a="http://schemas.openxmlformats.org/drawingml/2006/main">
            <a:off x="6337784" y="577993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49" name="">
            <a:extLst xmlns:a="http://schemas.openxmlformats.org/drawingml/2006/main">
              <a:ext uri="{FF2B5EF4-FFF2-40B4-BE49-F238E27FC236}">
                <a16:creationId xmlns:a16="http://schemas.microsoft.com/office/drawing/2014/main" id="{A8C5554D-5122-407D-8B9A-16972DD5556E}"/>
              </a:ext>
            </a:extLst>
          </p:cNvPr>
          <p:cNvSpPr>
            <a:spLocks xmlns:a="http://schemas.openxmlformats.org/drawingml/2006/main" noGrp="1"/>
          </p:cNvSpPr>
          <p:nvPr/>
        </p:nvSpPr>
        <p:spPr>
          <a:xfrm xmlns:a="http://schemas.openxmlformats.org/drawingml/2006/main">
            <a:off x="6273496" y="568097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0" name="">
            <a:extLst xmlns:a="http://schemas.openxmlformats.org/drawingml/2006/main">
              <a:ext uri="{FF2B5EF4-FFF2-40B4-BE49-F238E27FC236}">
                <a16:creationId xmlns:a16="http://schemas.microsoft.com/office/drawing/2014/main" id="{D7E6FAF1-A50C-4029-9061-15F6750E80A4}"/>
              </a:ext>
            </a:extLst>
          </p:cNvPr>
          <p:cNvSpPr>
            <a:spLocks xmlns:a="http://schemas.openxmlformats.org/drawingml/2006/main" noGrp="1"/>
          </p:cNvSpPr>
          <p:nvPr/>
        </p:nvSpPr>
        <p:spPr>
          <a:xfrm xmlns:a="http://schemas.openxmlformats.org/drawingml/2006/main">
            <a:off x="6161994" y="563379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1" name="">
            <a:extLst xmlns:a="http://schemas.openxmlformats.org/drawingml/2006/main">
              <a:ext uri="{FF2B5EF4-FFF2-40B4-BE49-F238E27FC236}">
                <a16:creationId xmlns:a16="http://schemas.microsoft.com/office/drawing/2014/main" id="{C9496DB2-AA67-463B-BA59-A90E6DFE5ACD}"/>
              </a:ext>
            </a:extLst>
          </p:cNvPr>
          <p:cNvSpPr>
            <a:spLocks xmlns:a="http://schemas.openxmlformats.org/drawingml/2006/main" noGrp="1"/>
          </p:cNvSpPr>
          <p:nvPr/>
        </p:nvSpPr>
        <p:spPr>
          <a:xfrm xmlns:a="http://schemas.openxmlformats.org/drawingml/2006/main">
            <a:off x="5871686" y="559990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2" name="">
            <a:extLst xmlns:a="http://schemas.openxmlformats.org/drawingml/2006/main">
              <a:ext uri="{FF2B5EF4-FFF2-40B4-BE49-F238E27FC236}">
                <a16:creationId xmlns:a16="http://schemas.microsoft.com/office/drawing/2014/main" id="{EBCF1E66-4603-4844-A17C-875F36120261}"/>
              </a:ext>
            </a:extLst>
          </p:cNvPr>
          <p:cNvSpPr>
            <a:spLocks xmlns:a="http://schemas.openxmlformats.org/drawingml/2006/main" noGrp="1"/>
          </p:cNvSpPr>
          <p:nvPr/>
        </p:nvSpPr>
        <p:spPr>
          <a:xfrm xmlns:a="http://schemas.openxmlformats.org/drawingml/2006/main">
            <a:off x="6976605" y="540543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3" name="">
            <a:extLst xmlns:a="http://schemas.openxmlformats.org/drawingml/2006/main">
              <a:ext uri="{FF2B5EF4-FFF2-40B4-BE49-F238E27FC236}">
                <a16:creationId xmlns:a16="http://schemas.microsoft.com/office/drawing/2014/main" id="{F9E476AE-DBDD-4EE8-83DB-6076D9F55A1F}"/>
              </a:ext>
            </a:extLst>
          </p:cNvPr>
          <p:cNvSpPr>
            <a:spLocks xmlns:a="http://schemas.openxmlformats.org/drawingml/2006/main" noGrp="1"/>
          </p:cNvSpPr>
          <p:nvPr/>
        </p:nvSpPr>
        <p:spPr>
          <a:xfrm xmlns:a="http://schemas.openxmlformats.org/drawingml/2006/main">
            <a:off x="6974863" y="543492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4" name="">
            <a:extLst xmlns:a="http://schemas.openxmlformats.org/drawingml/2006/main">
              <a:ext uri="{FF2B5EF4-FFF2-40B4-BE49-F238E27FC236}">
                <a16:creationId xmlns:a16="http://schemas.microsoft.com/office/drawing/2014/main" id="{7090B148-31CD-4E5A-9D3A-DDBB61A527E6}"/>
              </a:ext>
            </a:extLst>
          </p:cNvPr>
          <p:cNvSpPr>
            <a:spLocks xmlns:a="http://schemas.openxmlformats.org/drawingml/2006/main" noGrp="1"/>
          </p:cNvSpPr>
          <p:nvPr/>
        </p:nvSpPr>
        <p:spPr>
          <a:xfrm xmlns:a="http://schemas.openxmlformats.org/drawingml/2006/main">
            <a:off x="6995050" y="541108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5" name="">
            <a:extLst xmlns:a="http://schemas.openxmlformats.org/drawingml/2006/main">
              <a:ext uri="{FF2B5EF4-FFF2-40B4-BE49-F238E27FC236}">
                <a16:creationId xmlns:a16="http://schemas.microsoft.com/office/drawing/2014/main" id="{22E3C845-EE28-41F6-8486-4A40B0E1B768}"/>
              </a:ext>
            </a:extLst>
          </p:cNvPr>
          <p:cNvSpPr>
            <a:spLocks xmlns:a="http://schemas.openxmlformats.org/drawingml/2006/main" noGrp="1"/>
          </p:cNvSpPr>
          <p:nvPr/>
        </p:nvSpPr>
        <p:spPr>
          <a:xfrm xmlns:a="http://schemas.openxmlformats.org/drawingml/2006/main">
            <a:off x="6995372" y="540874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6" name="">
            <a:extLst xmlns:a="http://schemas.openxmlformats.org/drawingml/2006/main">
              <a:ext uri="{FF2B5EF4-FFF2-40B4-BE49-F238E27FC236}">
                <a16:creationId xmlns:a16="http://schemas.microsoft.com/office/drawing/2014/main" id="{68C9CCB0-BD09-441C-B7C9-173C55418ADB}"/>
              </a:ext>
            </a:extLst>
          </p:cNvPr>
          <p:cNvSpPr>
            <a:spLocks xmlns:a="http://schemas.openxmlformats.org/drawingml/2006/main" noGrp="1"/>
          </p:cNvSpPr>
          <p:nvPr/>
        </p:nvSpPr>
        <p:spPr>
          <a:xfrm xmlns:a="http://schemas.openxmlformats.org/drawingml/2006/main">
            <a:off x="6972406" y="541800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7" name="">
            <a:extLst xmlns:a="http://schemas.openxmlformats.org/drawingml/2006/main">
              <a:ext uri="{FF2B5EF4-FFF2-40B4-BE49-F238E27FC236}">
                <a16:creationId xmlns:a16="http://schemas.microsoft.com/office/drawing/2014/main" id="{3D404A40-EFDA-40F8-8483-6682355F8C65}"/>
              </a:ext>
            </a:extLst>
          </p:cNvPr>
          <p:cNvSpPr>
            <a:spLocks xmlns:a="http://schemas.openxmlformats.org/drawingml/2006/main" noGrp="1"/>
          </p:cNvSpPr>
          <p:nvPr/>
        </p:nvSpPr>
        <p:spPr>
          <a:xfrm xmlns:a="http://schemas.openxmlformats.org/drawingml/2006/main">
            <a:off x="6890027" y="548518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8" name="">
            <a:extLst xmlns:a="http://schemas.openxmlformats.org/drawingml/2006/main">
              <a:ext uri="{FF2B5EF4-FFF2-40B4-BE49-F238E27FC236}">
                <a16:creationId xmlns:a16="http://schemas.microsoft.com/office/drawing/2014/main" id="{5E2BD62E-8BCE-4EA0-B48F-DA9C6F472C7F}"/>
              </a:ext>
            </a:extLst>
          </p:cNvPr>
          <p:cNvSpPr>
            <a:spLocks xmlns:a="http://schemas.openxmlformats.org/drawingml/2006/main" noGrp="1"/>
          </p:cNvSpPr>
          <p:nvPr/>
        </p:nvSpPr>
        <p:spPr>
          <a:xfrm xmlns:a="http://schemas.openxmlformats.org/drawingml/2006/main">
            <a:off x="6898587" y="540345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59" name="">
            <a:extLst xmlns:a="http://schemas.openxmlformats.org/drawingml/2006/main">
              <a:ext uri="{FF2B5EF4-FFF2-40B4-BE49-F238E27FC236}">
                <a16:creationId xmlns:a16="http://schemas.microsoft.com/office/drawing/2014/main" id="{EAF29EB2-7DC3-45BF-9570-5E385BB294C4}"/>
              </a:ext>
            </a:extLst>
          </p:cNvPr>
          <p:cNvSpPr>
            <a:spLocks xmlns:a="http://schemas.openxmlformats.org/drawingml/2006/main" noGrp="1"/>
          </p:cNvSpPr>
          <p:nvPr/>
        </p:nvSpPr>
        <p:spPr>
          <a:xfrm xmlns:a="http://schemas.openxmlformats.org/drawingml/2006/main">
            <a:off x="6840953" y="545661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0" name="">
            <a:extLst xmlns:a="http://schemas.openxmlformats.org/drawingml/2006/main">
              <a:ext uri="{FF2B5EF4-FFF2-40B4-BE49-F238E27FC236}">
                <a16:creationId xmlns:a16="http://schemas.microsoft.com/office/drawing/2014/main" id="{49133E06-307A-4672-BE24-6C507C439BF2}"/>
              </a:ext>
            </a:extLst>
          </p:cNvPr>
          <p:cNvSpPr>
            <a:spLocks xmlns:a="http://schemas.openxmlformats.org/drawingml/2006/main" noGrp="1"/>
          </p:cNvSpPr>
          <p:nvPr/>
        </p:nvSpPr>
        <p:spPr>
          <a:xfrm xmlns:a="http://schemas.openxmlformats.org/drawingml/2006/main">
            <a:off x="6876701" y="552973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1" name="">
            <a:extLst xmlns:a="http://schemas.openxmlformats.org/drawingml/2006/main">
              <a:ext uri="{FF2B5EF4-FFF2-40B4-BE49-F238E27FC236}">
                <a16:creationId xmlns:a16="http://schemas.microsoft.com/office/drawing/2014/main" id="{BB6B8EAB-AFCE-4D16-91AD-8C553FEA646F}"/>
              </a:ext>
            </a:extLst>
          </p:cNvPr>
          <p:cNvSpPr>
            <a:spLocks xmlns:a="http://schemas.openxmlformats.org/drawingml/2006/main" noGrp="1"/>
          </p:cNvSpPr>
          <p:nvPr/>
        </p:nvSpPr>
        <p:spPr>
          <a:xfrm xmlns:a="http://schemas.openxmlformats.org/drawingml/2006/main">
            <a:off x="6847734" y="564951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2" name="">
            <a:extLst xmlns:a="http://schemas.openxmlformats.org/drawingml/2006/main">
              <a:ext uri="{FF2B5EF4-FFF2-40B4-BE49-F238E27FC236}">
                <a16:creationId xmlns:a16="http://schemas.microsoft.com/office/drawing/2014/main" id="{41445DDF-8442-419D-A1DF-605E82700F58}"/>
              </a:ext>
            </a:extLst>
          </p:cNvPr>
          <p:cNvSpPr>
            <a:spLocks xmlns:a="http://schemas.openxmlformats.org/drawingml/2006/main" noGrp="1"/>
          </p:cNvSpPr>
          <p:nvPr/>
        </p:nvSpPr>
        <p:spPr>
          <a:xfrm xmlns:a="http://schemas.openxmlformats.org/drawingml/2006/main">
            <a:off x="6846150" y="555916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3" name="">
            <a:extLst xmlns:a="http://schemas.openxmlformats.org/drawingml/2006/main">
              <a:ext uri="{FF2B5EF4-FFF2-40B4-BE49-F238E27FC236}">
                <a16:creationId xmlns:a16="http://schemas.microsoft.com/office/drawing/2014/main" id="{B6E34F3F-0A68-4C12-BFB7-E9AFAEF62215}"/>
              </a:ext>
            </a:extLst>
          </p:cNvPr>
          <p:cNvSpPr>
            <a:spLocks xmlns:a="http://schemas.openxmlformats.org/drawingml/2006/main" noGrp="1"/>
          </p:cNvSpPr>
          <p:nvPr/>
        </p:nvSpPr>
        <p:spPr>
          <a:xfrm xmlns:a="http://schemas.openxmlformats.org/drawingml/2006/main">
            <a:off x="6828049" y="554699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4" name="">
            <a:extLst xmlns:a="http://schemas.openxmlformats.org/drawingml/2006/main">
              <a:ext uri="{FF2B5EF4-FFF2-40B4-BE49-F238E27FC236}">
                <a16:creationId xmlns:a16="http://schemas.microsoft.com/office/drawing/2014/main" id="{D7FD80B1-2EF1-4113-8724-E49F13581648}"/>
              </a:ext>
            </a:extLst>
          </p:cNvPr>
          <p:cNvSpPr>
            <a:spLocks xmlns:a="http://schemas.openxmlformats.org/drawingml/2006/main" noGrp="1"/>
          </p:cNvSpPr>
          <p:nvPr/>
        </p:nvSpPr>
        <p:spPr>
          <a:xfrm xmlns:a="http://schemas.openxmlformats.org/drawingml/2006/main">
            <a:off x="6823102" y="558161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5" name="">
            <a:extLst xmlns:a="http://schemas.openxmlformats.org/drawingml/2006/main">
              <a:ext uri="{FF2B5EF4-FFF2-40B4-BE49-F238E27FC236}">
                <a16:creationId xmlns:a16="http://schemas.microsoft.com/office/drawing/2014/main" id="{44890EF2-F3C7-470B-8D1D-71E0E6067B91}"/>
              </a:ext>
            </a:extLst>
          </p:cNvPr>
          <p:cNvSpPr>
            <a:spLocks xmlns:a="http://schemas.openxmlformats.org/drawingml/2006/main" noGrp="1"/>
          </p:cNvSpPr>
          <p:nvPr/>
        </p:nvSpPr>
        <p:spPr>
          <a:xfrm xmlns:a="http://schemas.openxmlformats.org/drawingml/2006/main">
            <a:off x="6654165" y="5613135"/>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6" name="">
            <a:extLst xmlns:a="http://schemas.openxmlformats.org/drawingml/2006/main">
              <a:ext uri="{FF2B5EF4-FFF2-40B4-BE49-F238E27FC236}">
                <a16:creationId xmlns:a16="http://schemas.microsoft.com/office/drawing/2014/main" id="{28BEB8F9-85DE-49DF-B3CF-4275615B33D5}"/>
              </a:ext>
            </a:extLst>
          </p:cNvPr>
          <p:cNvSpPr>
            <a:spLocks xmlns:a="http://schemas.openxmlformats.org/drawingml/2006/main" noGrp="1"/>
          </p:cNvSpPr>
          <p:nvPr/>
        </p:nvSpPr>
        <p:spPr>
          <a:xfrm xmlns:a="http://schemas.openxmlformats.org/drawingml/2006/main">
            <a:off x="6666960" y="561545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7" name="">
            <a:extLst xmlns:a="http://schemas.openxmlformats.org/drawingml/2006/main">
              <a:ext uri="{FF2B5EF4-FFF2-40B4-BE49-F238E27FC236}">
                <a16:creationId xmlns:a16="http://schemas.microsoft.com/office/drawing/2014/main" id="{DC5AEFF5-147F-460A-BE5D-EA2B8C51AA16}"/>
              </a:ext>
            </a:extLst>
          </p:cNvPr>
          <p:cNvSpPr>
            <a:spLocks xmlns:a="http://schemas.openxmlformats.org/drawingml/2006/main" noGrp="1"/>
          </p:cNvSpPr>
          <p:nvPr/>
        </p:nvSpPr>
        <p:spPr>
          <a:xfrm xmlns:a="http://schemas.openxmlformats.org/drawingml/2006/main">
            <a:off x="6664008" y="563628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8" name="">
            <a:extLst xmlns:a="http://schemas.openxmlformats.org/drawingml/2006/main">
              <a:ext uri="{FF2B5EF4-FFF2-40B4-BE49-F238E27FC236}">
                <a16:creationId xmlns:a16="http://schemas.microsoft.com/office/drawing/2014/main" id="{447F1272-A98B-4C30-B6EE-0D5DD0B22229}"/>
              </a:ext>
            </a:extLst>
          </p:cNvPr>
          <p:cNvSpPr>
            <a:spLocks xmlns:a="http://schemas.openxmlformats.org/drawingml/2006/main" noGrp="1"/>
          </p:cNvSpPr>
          <p:nvPr/>
        </p:nvSpPr>
        <p:spPr>
          <a:xfrm xmlns:a="http://schemas.openxmlformats.org/drawingml/2006/main">
            <a:off x="7036681" y="589212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69" name="">
            <a:extLst xmlns:a="http://schemas.openxmlformats.org/drawingml/2006/main">
              <a:ext uri="{FF2B5EF4-FFF2-40B4-BE49-F238E27FC236}">
                <a16:creationId xmlns:a16="http://schemas.microsoft.com/office/drawing/2014/main" id="{0CA0FE43-E44A-44E6-A165-124F33A513CE}"/>
              </a:ext>
            </a:extLst>
          </p:cNvPr>
          <p:cNvSpPr>
            <a:spLocks xmlns:a="http://schemas.openxmlformats.org/drawingml/2006/main" noGrp="1"/>
          </p:cNvSpPr>
          <p:nvPr/>
        </p:nvSpPr>
        <p:spPr>
          <a:xfrm xmlns:a="http://schemas.openxmlformats.org/drawingml/2006/main">
            <a:off x="7031454" y="590319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0" name="">
            <a:extLst xmlns:a="http://schemas.openxmlformats.org/drawingml/2006/main">
              <a:ext uri="{FF2B5EF4-FFF2-40B4-BE49-F238E27FC236}">
                <a16:creationId xmlns:a16="http://schemas.microsoft.com/office/drawing/2014/main" id="{1E7BD64F-0667-4DEA-81CF-8C20CC345270}"/>
              </a:ext>
            </a:extLst>
          </p:cNvPr>
          <p:cNvSpPr>
            <a:spLocks xmlns:a="http://schemas.openxmlformats.org/drawingml/2006/main" noGrp="1"/>
          </p:cNvSpPr>
          <p:nvPr/>
        </p:nvSpPr>
        <p:spPr>
          <a:xfrm xmlns:a="http://schemas.openxmlformats.org/drawingml/2006/main">
            <a:off x="7508566" y="601345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1" name="">
            <a:extLst xmlns:a="http://schemas.openxmlformats.org/drawingml/2006/main">
              <a:ext uri="{FF2B5EF4-FFF2-40B4-BE49-F238E27FC236}">
                <a16:creationId xmlns:a16="http://schemas.microsoft.com/office/drawing/2014/main" id="{106B8DA4-B2E6-49AB-BEB0-CC98B3E8EB82}"/>
              </a:ext>
            </a:extLst>
          </p:cNvPr>
          <p:cNvSpPr>
            <a:spLocks xmlns:a="http://schemas.openxmlformats.org/drawingml/2006/main" noGrp="1"/>
          </p:cNvSpPr>
          <p:nvPr/>
        </p:nvSpPr>
        <p:spPr>
          <a:xfrm xmlns:a="http://schemas.openxmlformats.org/drawingml/2006/main">
            <a:off x="7058390" y="609808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2" name="">
            <a:extLst xmlns:a="http://schemas.openxmlformats.org/drawingml/2006/main">
              <a:ext uri="{FF2B5EF4-FFF2-40B4-BE49-F238E27FC236}">
                <a16:creationId xmlns:a16="http://schemas.microsoft.com/office/drawing/2014/main" id="{129D4372-AFBF-4D68-8597-86F1A66E1DCA}"/>
              </a:ext>
            </a:extLst>
          </p:cNvPr>
          <p:cNvSpPr>
            <a:spLocks xmlns:a="http://schemas.openxmlformats.org/drawingml/2006/main" noGrp="1"/>
          </p:cNvSpPr>
          <p:nvPr/>
        </p:nvSpPr>
        <p:spPr>
          <a:xfrm xmlns:a="http://schemas.openxmlformats.org/drawingml/2006/main">
            <a:off x="7054958" y="615468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3" name="">
            <a:extLst xmlns:a="http://schemas.openxmlformats.org/drawingml/2006/main">
              <a:ext uri="{FF2B5EF4-FFF2-40B4-BE49-F238E27FC236}">
                <a16:creationId xmlns:a16="http://schemas.microsoft.com/office/drawing/2014/main" id="{3643F339-129F-4387-923A-EBACA896C436}"/>
              </a:ext>
            </a:extLst>
          </p:cNvPr>
          <p:cNvSpPr>
            <a:spLocks xmlns:a="http://schemas.openxmlformats.org/drawingml/2006/main" noGrp="1"/>
          </p:cNvSpPr>
          <p:nvPr/>
        </p:nvSpPr>
        <p:spPr>
          <a:xfrm xmlns:a="http://schemas.openxmlformats.org/drawingml/2006/main">
            <a:off x="7055083" y="616809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4" name="">
            <a:extLst xmlns:a="http://schemas.openxmlformats.org/drawingml/2006/main">
              <a:ext uri="{FF2B5EF4-FFF2-40B4-BE49-F238E27FC236}">
                <a16:creationId xmlns:a16="http://schemas.microsoft.com/office/drawing/2014/main" id="{A568CE75-C55C-43CC-8F9A-041556830F6E}"/>
              </a:ext>
            </a:extLst>
          </p:cNvPr>
          <p:cNvSpPr>
            <a:spLocks xmlns:a="http://schemas.openxmlformats.org/drawingml/2006/main" noGrp="1"/>
          </p:cNvSpPr>
          <p:nvPr/>
        </p:nvSpPr>
        <p:spPr>
          <a:xfrm xmlns:a="http://schemas.openxmlformats.org/drawingml/2006/main">
            <a:off x="9247851" y="562084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5" name="">
            <a:extLst xmlns:a="http://schemas.openxmlformats.org/drawingml/2006/main">
              <a:ext uri="{FF2B5EF4-FFF2-40B4-BE49-F238E27FC236}">
                <a16:creationId xmlns:a16="http://schemas.microsoft.com/office/drawing/2014/main" id="{F77D1BA5-23ED-4BE6-B616-5878AEF544FF}"/>
              </a:ext>
            </a:extLst>
          </p:cNvPr>
          <p:cNvSpPr>
            <a:spLocks xmlns:a="http://schemas.openxmlformats.org/drawingml/2006/main" noGrp="1"/>
          </p:cNvSpPr>
          <p:nvPr/>
        </p:nvSpPr>
        <p:spPr>
          <a:xfrm xmlns:a="http://schemas.openxmlformats.org/drawingml/2006/main">
            <a:off x="9083786" y="5974027"/>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6" name="">
            <a:extLst xmlns:a="http://schemas.openxmlformats.org/drawingml/2006/main">
              <a:ext uri="{FF2B5EF4-FFF2-40B4-BE49-F238E27FC236}">
                <a16:creationId xmlns:a16="http://schemas.microsoft.com/office/drawing/2014/main" id="{050A5944-F03B-4993-B369-0E5F5E4E9215}"/>
              </a:ext>
            </a:extLst>
          </p:cNvPr>
          <p:cNvSpPr>
            <a:spLocks xmlns:a="http://schemas.openxmlformats.org/drawingml/2006/main" noGrp="1"/>
          </p:cNvSpPr>
          <p:nvPr/>
        </p:nvSpPr>
        <p:spPr>
          <a:xfrm xmlns:a="http://schemas.openxmlformats.org/drawingml/2006/main">
            <a:off x="9094012" y="5982709"/>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7" name="">
            <a:extLst xmlns:a="http://schemas.openxmlformats.org/drawingml/2006/main">
              <a:ext uri="{FF2B5EF4-FFF2-40B4-BE49-F238E27FC236}">
                <a16:creationId xmlns:a16="http://schemas.microsoft.com/office/drawing/2014/main" id="{F6762314-0F38-407C-9DE2-97B6471B2EF7}"/>
              </a:ext>
            </a:extLst>
          </p:cNvPr>
          <p:cNvSpPr>
            <a:spLocks xmlns:a="http://schemas.openxmlformats.org/drawingml/2006/main" noGrp="1"/>
          </p:cNvSpPr>
          <p:nvPr/>
        </p:nvSpPr>
        <p:spPr>
          <a:xfrm xmlns:a="http://schemas.openxmlformats.org/drawingml/2006/main">
            <a:off x="9062786" y="596272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8" name="">
            <a:extLst xmlns:a="http://schemas.openxmlformats.org/drawingml/2006/main">
              <a:ext uri="{FF2B5EF4-FFF2-40B4-BE49-F238E27FC236}">
                <a16:creationId xmlns:a16="http://schemas.microsoft.com/office/drawing/2014/main" id="{EFDD5C64-6B7E-4ED1-9C51-2AB2B0116B0C}"/>
              </a:ext>
            </a:extLst>
          </p:cNvPr>
          <p:cNvSpPr>
            <a:spLocks xmlns:a="http://schemas.openxmlformats.org/drawingml/2006/main" noGrp="1"/>
          </p:cNvSpPr>
          <p:nvPr/>
        </p:nvSpPr>
        <p:spPr>
          <a:xfrm xmlns:a="http://schemas.openxmlformats.org/drawingml/2006/main">
            <a:off x="9022392" y="642495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79" name="">
            <a:extLst xmlns:a="http://schemas.openxmlformats.org/drawingml/2006/main">
              <a:ext uri="{FF2B5EF4-FFF2-40B4-BE49-F238E27FC236}">
                <a16:creationId xmlns:a16="http://schemas.microsoft.com/office/drawing/2014/main" id="{FC8DA8CB-9CB9-4B5A-B730-F6B3E812AD02}"/>
              </a:ext>
            </a:extLst>
          </p:cNvPr>
          <p:cNvSpPr>
            <a:spLocks xmlns:a="http://schemas.openxmlformats.org/drawingml/2006/main" noGrp="1"/>
          </p:cNvSpPr>
          <p:nvPr/>
        </p:nvSpPr>
        <p:spPr>
          <a:xfrm xmlns:a="http://schemas.openxmlformats.org/drawingml/2006/main">
            <a:off x="7539209" y="539667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0" name="">
            <a:extLst xmlns:a="http://schemas.openxmlformats.org/drawingml/2006/main">
              <a:ext uri="{FF2B5EF4-FFF2-40B4-BE49-F238E27FC236}">
                <a16:creationId xmlns:a16="http://schemas.microsoft.com/office/drawing/2014/main" id="{A2B9D97E-C245-457E-B38C-AA8B0D0A8032}"/>
              </a:ext>
            </a:extLst>
          </p:cNvPr>
          <p:cNvSpPr>
            <a:spLocks xmlns:a="http://schemas.openxmlformats.org/drawingml/2006/main" noGrp="1"/>
          </p:cNvSpPr>
          <p:nvPr/>
        </p:nvSpPr>
        <p:spPr>
          <a:xfrm xmlns:a="http://schemas.openxmlformats.org/drawingml/2006/main">
            <a:off x="7382024" y="537596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1" name="">
            <a:extLst xmlns:a="http://schemas.openxmlformats.org/drawingml/2006/main">
              <a:ext uri="{FF2B5EF4-FFF2-40B4-BE49-F238E27FC236}">
                <a16:creationId xmlns:a16="http://schemas.microsoft.com/office/drawing/2014/main" id="{CB33C772-21F3-4A6E-9E5D-D2C62B7B0E12}"/>
              </a:ext>
            </a:extLst>
          </p:cNvPr>
          <p:cNvSpPr>
            <a:spLocks xmlns:a="http://schemas.openxmlformats.org/drawingml/2006/main" noGrp="1"/>
          </p:cNvSpPr>
          <p:nvPr/>
        </p:nvSpPr>
        <p:spPr>
          <a:xfrm xmlns:a="http://schemas.openxmlformats.org/drawingml/2006/main">
            <a:off x="7109528" y="513100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2" name="">
            <a:extLst xmlns:a="http://schemas.openxmlformats.org/drawingml/2006/main">
              <a:ext uri="{FF2B5EF4-FFF2-40B4-BE49-F238E27FC236}">
                <a16:creationId xmlns:a16="http://schemas.microsoft.com/office/drawing/2014/main" id="{2EB73E18-ADBF-489E-9919-926995C15864}"/>
              </a:ext>
            </a:extLst>
          </p:cNvPr>
          <p:cNvSpPr>
            <a:spLocks xmlns:a="http://schemas.openxmlformats.org/drawingml/2006/main" noGrp="1"/>
          </p:cNvSpPr>
          <p:nvPr/>
        </p:nvSpPr>
        <p:spPr>
          <a:xfrm xmlns:a="http://schemas.openxmlformats.org/drawingml/2006/main">
            <a:off x="7312100" y="5573570"/>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3" name="">
            <a:extLst xmlns:a="http://schemas.openxmlformats.org/drawingml/2006/main">
              <a:ext uri="{FF2B5EF4-FFF2-40B4-BE49-F238E27FC236}">
                <a16:creationId xmlns:a16="http://schemas.microsoft.com/office/drawing/2014/main" id="{EF68B28C-5B7B-443E-A424-787FDFB28893}"/>
              </a:ext>
            </a:extLst>
          </p:cNvPr>
          <p:cNvSpPr>
            <a:spLocks xmlns:a="http://schemas.openxmlformats.org/drawingml/2006/main" noGrp="1"/>
          </p:cNvSpPr>
          <p:nvPr/>
        </p:nvSpPr>
        <p:spPr>
          <a:xfrm xmlns:a="http://schemas.openxmlformats.org/drawingml/2006/main">
            <a:off x="7361562" y="567497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4" name="">
            <a:extLst xmlns:a="http://schemas.openxmlformats.org/drawingml/2006/main">
              <a:ext uri="{FF2B5EF4-FFF2-40B4-BE49-F238E27FC236}">
                <a16:creationId xmlns:a16="http://schemas.microsoft.com/office/drawing/2014/main" id="{B87A0C7E-92BC-465F-8205-EA6CA05B90B7}"/>
              </a:ext>
            </a:extLst>
          </p:cNvPr>
          <p:cNvSpPr>
            <a:spLocks xmlns:a="http://schemas.openxmlformats.org/drawingml/2006/main" noGrp="1"/>
          </p:cNvSpPr>
          <p:nvPr/>
        </p:nvSpPr>
        <p:spPr>
          <a:xfrm xmlns:a="http://schemas.openxmlformats.org/drawingml/2006/main">
            <a:off x="7066517" y="564997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5" name="">
            <a:extLst xmlns:a="http://schemas.openxmlformats.org/drawingml/2006/main">
              <a:ext uri="{FF2B5EF4-FFF2-40B4-BE49-F238E27FC236}">
                <a16:creationId xmlns:a16="http://schemas.microsoft.com/office/drawing/2014/main" id="{4247406C-CCF8-45AC-9916-64EF103EE436}"/>
              </a:ext>
            </a:extLst>
          </p:cNvPr>
          <p:cNvSpPr>
            <a:spLocks xmlns:a="http://schemas.openxmlformats.org/drawingml/2006/main" noGrp="1"/>
          </p:cNvSpPr>
          <p:nvPr/>
        </p:nvSpPr>
        <p:spPr>
          <a:xfrm xmlns:a="http://schemas.openxmlformats.org/drawingml/2006/main">
            <a:off x="7758441" y="557660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6" name="">
            <a:extLst xmlns:a="http://schemas.openxmlformats.org/drawingml/2006/main">
              <a:ext uri="{FF2B5EF4-FFF2-40B4-BE49-F238E27FC236}">
                <a16:creationId xmlns:a16="http://schemas.microsoft.com/office/drawing/2014/main" id="{FD00A589-82BA-4C27-9A30-951BD4EDA606}"/>
              </a:ext>
            </a:extLst>
          </p:cNvPr>
          <p:cNvSpPr>
            <a:spLocks xmlns:a="http://schemas.openxmlformats.org/drawingml/2006/main" noGrp="1"/>
          </p:cNvSpPr>
          <p:nvPr/>
        </p:nvSpPr>
        <p:spPr>
          <a:xfrm xmlns:a="http://schemas.openxmlformats.org/drawingml/2006/main">
            <a:off x="7897808" y="564292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7" name="">
            <a:extLst xmlns:a="http://schemas.openxmlformats.org/drawingml/2006/main">
              <a:ext uri="{FF2B5EF4-FFF2-40B4-BE49-F238E27FC236}">
                <a16:creationId xmlns:a16="http://schemas.microsoft.com/office/drawing/2014/main" id="{8CE04F2B-A648-4E15-8DFA-665FD0A3C394}"/>
              </a:ext>
            </a:extLst>
          </p:cNvPr>
          <p:cNvSpPr>
            <a:spLocks xmlns:a="http://schemas.openxmlformats.org/drawingml/2006/main" noGrp="1"/>
          </p:cNvSpPr>
          <p:nvPr/>
        </p:nvSpPr>
        <p:spPr>
          <a:xfrm xmlns:a="http://schemas.openxmlformats.org/drawingml/2006/main">
            <a:off x="7651036" y="593199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8" name="">
            <a:extLst xmlns:a="http://schemas.openxmlformats.org/drawingml/2006/main">
              <a:ext uri="{FF2B5EF4-FFF2-40B4-BE49-F238E27FC236}">
                <a16:creationId xmlns:a16="http://schemas.microsoft.com/office/drawing/2014/main" id="{73194A9B-8954-4C32-8003-1847459B4626}"/>
              </a:ext>
            </a:extLst>
          </p:cNvPr>
          <p:cNvSpPr>
            <a:spLocks xmlns:a="http://schemas.openxmlformats.org/drawingml/2006/main" noGrp="1"/>
          </p:cNvSpPr>
          <p:nvPr/>
        </p:nvSpPr>
        <p:spPr>
          <a:xfrm xmlns:a="http://schemas.openxmlformats.org/drawingml/2006/main">
            <a:off x="7915957" y="591804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89" name="">
            <a:extLst xmlns:a="http://schemas.openxmlformats.org/drawingml/2006/main">
              <a:ext uri="{FF2B5EF4-FFF2-40B4-BE49-F238E27FC236}">
                <a16:creationId xmlns:a16="http://schemas.microsoft.com/office/drawing/2014/main" id="{D42B8218-C2BE-4F74-BE3E-F91B73C07736}"/>
              </a:ext>
            </a:extLst>
          </p:cNvPr>
          <p:cNvSpPr>
            <a:spLocks xmlns:a="http://schemas.openxmlformats.org/drawingml/2006/main" noGrp="1"/>
          </p:cNvSpPr>
          <p:nvPr/>
        </p:nvSpPr>
        <p:spPr>
          <a:xfrm xmlns:a="http://schemas.openxmlformats.org/drawingml/2006/main">
            <a:off x="8316891" y="566406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0" name="">
            <a:extLst xmlns:a="http://schemas.openxmlformats.org/drawingml/2006/main">
              <a:ext uri="{FF2B5EF4-FFF2-40B4-BE49-F238E27FC236}">
                <a16:creationId xmlns:a16="http://schemas.microsoft.com/office/drawing/2014/main" id="{1F69FC77-4BC6-45D5-845F-DB4F51AFE80D}"/>
              </a:ext>
            </a:extLst>
          </p:cNvPr>
          <p:cNvSpPr>
            <a:spLocks xmlns:a="http://schemas.openxmlformats.org/drawingml/2006/main" noGrp="1"/>
          </p:cNvSpPr>
          <p:nvPr/>
        </p:nvSpPr>
        <p:spPr>
          <a:xfrm xmlns:a="http://schemas.openxmlformats.org/drawingml/2006/main">
            <a:off x="8334605" y="580520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1" name="">
            <a:extLst xmlns:a="http://schemas.openxmlformats.org/drawingml/2006/main">
              <a:ext uri="{FF2B5EF4-FFF2-40B4-BE49-F238E27FC236}">
                <a16:creationId xmlns:a16="http://schemas.microsoft.com/office/drawing/2014/main" id="{67D43209-68A4-4F82-A97D-5DEF74576CE3}"/>
              </a:ext>
            </a:extLst>
          </p:cNvPr>
          <p:cNvSpPr>
            <a:spLocks xmlns:a="http://schemas.openxmlformats.org/drawingml/2006/main" noGrp="1"/>
          </p:cNvSpPr>
          <p:nvPr/>
        </p:nvSpPr>
        <p:spPr>
          <a:xfrm xmlns:a="http://schemas.openxmlformats.org/drawingml/2006/main">
            <a:off x="8436940" y="6014403"/>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2" name="">
            <a:extLst xmlns:a="http://schemas.openxmlformats.org/drawingml/2006/main">
              <a:ext uri="{FF2B5EF4-FFF2-40B4-BE49-F238E27FC236}">
                <a16:creationId xmlns:a16="http://schemas.microsoft.com/office/drawing/2014/main" id="{98C0E889-96FC-4367-9E0B-2D112529F90A}"/>
              </a:ext>
            </a:extLst>
          </p:cNvPr>
          <p:cNvSpPr>
            <a:spLocks xmlns:a="http://schemas.openxmlformats.org/drawingml/2006/main" noGrp="1"/>
          </p:cNvSpPr>
          <p:nvPr/>
        </p:nvSpPr>
        <p:spPr>
          <a:xfrm xmlns:a="http://schemas.openxmlformats.org/drawingml/2006/main">
            <a:off x="8625962" y="648657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3" name="">
            <a:extLst xmlns:a="http://schemas.openxmlformats.org/drawingml/2006/main">
              <a:ext uri="{FF2B5EF4-FFF2-40B4-BE49-F238E27FC236}">
                <a16:creationId xmlns:a16="http://schemas.microsoft.com/office/drawing/2014/main" id="{FEA95B5A-311D-418B-AB27-BC37E3BD60B1}"/>
              </a:ext>
            </a:extLst>
          </p:cNvPr>
          <p:cNvSpPr>
            <a:spLocks xmlns:a="http://schemas.openxmlformats.org/drawingml/2006/main" noGrp="1"/>
          </p:cNvSpPr>
          <p:nvPr/>
        </p:nvSpPr>
        <p:spPr>
          <a:xfrm xmlns:a="http://schemas.openxmlformats.org/drawingml/2006/main">
            <a:off x="9008179" y="642016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4" name="">
            <a:extLst xmlns:a="http://schemas.openxmlformats.org/drawingml/2006/main">
              <a:ext uri="{FF2B5EF4-FFF2-40B4-BE49-F238E27FC236}">
                <a16:creationId xmlns:a16="http://schemas.microsoft.com/office/drawing/2014/main" id="{2EB0DABA-FEAB-4924-85ED-03F3F156CD41}"/>
              </a:ext>
            </a:extLst>
          </p:cNvPr>
          <p:cNvSpPr>
            <a:spLocks xmlns:a="http://schemas.openxmlformats.org/drawingml/2006/main" noGrp="1"/>
          </p:cNvSpPr>
          <p:nvPr/>
        </p:nvSpPr>
        <p:spPr>
          <a:xfrm xmlns:a="http://schemas.openxmlformats.org/drawingml/2006/main">
            <a:off x="9680009" y="614448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5" name="">
            <a:extLst xmlns:a="http://schemas.openxmlformats.org/drawingml/2006/main">
              <a:ext uri="{FF2B5EF4-FFF2-40B4-BE49-F238E27FC236}">
                <a16:creationId xmlns:a16="http://schemas.microsoft.com/office/drawing/2014/main" id="{DAB21477-3555-4F6D-81EB-5A883DDFBDAE}"/>
              </a:ext>
            </a:extLst>
          </p:cNvPr>
          <p:cNvSpPr>
            <a:spLocks xmlns:a="http://schemas.openxmlformats.org/drawingml/2006/main" noGrp="1"/>
          </p:cNvSpPr>
          <p:nvPr/>
        </p:nvSpPr>
        <p:spPr>
          <a:xfrm xmlns:a="http://schemas.openxmlformats.org/drawingml/2006/main">
            <a:off x="9214114" y="6417978"/>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6" name="">
            <a:extLst xmlns:a="http://schemas.openxmlformats.org/drawingml/2006/main">
              <a:ext uri="{FF2B5EF4-FFF2-40B4-BE49-F238E27FC236}">
                <a16:creationId xmlns:a16="http://schemas.microsoft.com/office/drawing/2014/main" id="{9A2D2686-3103-4F16-A4F6-C2E22E0AEB92}"/>
              </a:ext>
            </a:extLst>
          </p:cNvPr>
          <p:cNvSpPr>
            <a:spLocks xmlns:a="http://schemas.openxmlformats.org/drawingml/2006/main" noGrp="1"/>
          </p:cNvSpPr>
          <p:nvPr/>
        </p:nvSpPr>
        <p:spPr>
          <a:xfrm xmlns:a="http://schemas.openxmlformats.org/drawingml/2006/main">
            <a:off x="9015945" y="6506111"/>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7" name="">
            <a:extLst xmlns:a="http://schemas.openxmlformats.org/drawingml/2006/main">
              <a:ext uri="{FF2B5EF4-FFF2-40B4-BE49-F238E27FC236}">
                <a16:creationId xmlns:a16="http://schemas.microsoft.com/office/drawing/2014/main" id="{8E115FE2-F453-458A-9000-0F599A5E4124}"/>
              </a:ext>
            </a:extLst>
          </p:cNvPr>
          <p:cNvSpPr>
            <a:spLocks xmlns:a="http://schemas.openxmlformats.org/drawingml/2006/main" noGrp="1"/>
          </p:cNvSpPr>
          <p:nvPr/>
        </p:nvSpPr>
        <p:spPr>
          <a:xfrm xmlns:a="http://schemas.openxmlformats.org/drawingml/2006/main">
            <a:off x="9901347" y="6532572"/>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8" name="">
            <a:extLst xmlns:a="http://schemas.openxmlformats.org/drawingml/2006/main">
              <a:ext uri="{FF2B5EF4-FFF2-40B4-BE49-F238E27FC236}">
                <a16:creationId xmlns:a16="http://schemas.microsoft.com/office/drawing/2014/main" id="{863BCD57-BF0F-4E1C-8C2D-31C10DCB7401}"/>
              </a:ext>
            </a:extLst>
          </p:cNvPr>
          <p:cNvSpPr>
            <a:spLocks xmlns:a="http://schemas.openxmlformats.org/drawingml/2006/main" noGrp="1"/>
          </p:cNvSpPr>
          <p:nvPr/>
        </p:nvSpPr>
        <p:spPr>
          <a:xfrm xmlns:a="http://schemas.openxmlformats.org/drawingml/2006/main">
            <a:off x="9915313" y="6433344"/>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399" name="">
            <a:extLst xmlns:a="http://schemas.openxmlformats.org/drawingml/2006/main">
              <a:ext uri="{FF2B5EF4-FFF2-40B4-BE49-F238E27FC236}">
                <a16:creationId xmlns:a16="http://schemas.microsoft.com/office/drawing/2014/main" id="{88C9C261-F0FC-48DA-8AFB-0F1E3F05CEFD}"/>
              </a:ext>
            </a:extLst>
          </p:cNvPr>
          <p:cNvSpPr>
            <a:spLocks xmlns:a="http://schemas.openxmlformats.org/drawingml/2006/main" noGrp="1"/>
          </p:cNvSpPr>
          <p:nvPr/>
        </p:nvSpPr>
        <p:spPr>
          <a:xfrm xmlns:a="http://schemas.openxmlformats.org/drawingml/2006/main">
            <a:off x="9873119" y="6704836"/>
            <a:ext cx="95250" cy="95250"/>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400" name="">
            <a:extLst xmlns:a="http://schemas.openxmlformats.org/drawingml/2006/main">
              <a:ext uri="{FF2B5EF4-FFF2-40B4-BE49-F238E27FC236}">
                <a16:creationId xmlns:a16="http://schemas.microsoft.com/office/drawing/2014/main" id="{46EC7F98-3E69-40A4-9D60-4E652C3A240F}"/>
              </a:ext>
            </a:extLst>
          </p:cNvPr>
          <p:cNvSpPr>
            <a:spLocks xmlns:a="http://schemas.openxmlformats.org/drawingml/2006/main" noGrp="1"/>
          </p:cNvSpPr>
          <p:nvPr/>
        </p:nvSpPr>
        <p:spPr>
          <a:xfrm xmlns:a="http://schemas.openxmlformats.org/drawingml/2006/main">
            <a:off x="6664501" y="5150541"/>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01" name="">
            <a:extLst xmlns:a="http://schemas.openxmlformats.org/drawingml/2006/main">
              <a:ext uri="{FF2B5EF4-FFF2-40B4-BE49-F238E27FC236}">
                <a16:creationId xmlns:a16="http://schemas.microsoft.com/office/drawing/2014/main" id="{208A3C2B-8DB2-432A-8B43-8F129CA5D238}"/>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6740701" y="5226741"/>
                </a:moveTo>
                <a:lnTo>
                  <a:pt x="6343650" y="4476750"/>
                </a:lnTo>
              </a:path>
            </a:pathLst>
          </a:custGeom>
          <a:noFill xmlns:a="http://schemas.openxmlformats.org/drawingml/2006/main"/>
          <a:ln xmlns:a="http://schemas.openxmlformats.org/drawingml/2006/main" w="9525">
            <a:solidFill>
              <a:srgbClr val="A63646"/>
            </a:solidFill>
          </a:ln>
        </p:spPr>
      </p:sp>
      <p:sp>
        <p:nvSpPr>
          <p:cNvPr id="402" name="">
            <a:extLst xmlns:a="http://schemas.openxmlformats.org/drawingml/2006/main">
              <a:ext uri="{FF2B5EF4-FFF2-40B4-BE49-F238E27FC236}">
                <a16:creationId xmlns:a16="http://schemas.microsoft.com/office/drawing/2014/main" id="{8ED60F11-8309-4955-A41D-AC761BC81F77}"/>
              </a:ext>
            </a:extLst>
          </p:cNvPr>
          <p:cNvSpPr>
            <a:spLocks xmlns:a="http://schemas.openxmlformats.org/drawingml/2006/main" noGrp="1"/>
          </p:cNvSpPr>
          <p:nvPr/>
        </p:nvSpPr>
        <p:spPr>
          <a:xfrm xmlns:a="http://schemas.openxmlformats.org/drawingml/2006/main">
            <a:off x="6105525" y="4476750"/>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447</a:t>
            </a:r>
          </a:p>
        </p:txBody>
      </p:sp>
      <p:sp>
        <p:nvSpPr>
          <p:cNvPr id="403" name="">
            <a:extLst xmlns:a="http://schemas.openxmlformats.org/drawingml/2006/main">
              <a:ext uri="{FF2B5EF4-FFF2-40B4-BE49-F238E27FC236}">
                <a16:creationId xmlns:a16="http://schemas.microsoft.com/office/drawing/2014/main" id="{B24F014F-5463-48A2-A86C-228F67F90AF9}"/>
              </a:ext>
            </a:extLst>
          </p:cNvPr>
          <p:cNvSpPr>
            <a:spLocks xmlns:a="http://schemas.openxmlformats.org/drawingml/2006/main" noGrp="1"/>
          </p:cNvSpPr>
          <p:nvPr/>
        </p:nvSpPr>
        <p:spPr>
          <a:xfrm xmlns:a="http://schemas.openxmlformats.org/drawingml/2006/main">
            <a:off x="5772386" y="5441771"/>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04" name="">
            <a:extLst xmlns:a="http://schemas.openxmlformats.org/drawingml/2006/main">
              <a:ext uri="{FF2B5EF4-FFF2-40B4-BE49-F238E27FC236}">
                <a16:creationId xmlns:a16="http://schemas.microsoft.com/office/drawing/2014/main" id="{1F67A82E-7B5E-4D2F-8BE9-CDCE49EC3674}"/>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5848586" y="5517971"/>
                </a:moveTo>
                <a:lnTo>
                  <a:pt x="5362575" y="5000625"/>
                </a:lnTo>
              </a:path>
            </a:pathLst>
          </a:custGeom>
          <a:noFill xmlns:a="http://schemas.openxmlformats.org/drawingml/2006/main"/>
          <a:ln xmlns:a="http://schemas.openxmlformats.org/drawingml/2006/main" w="9525">
            <a:solidFill>
              <a:srgbClr val="A63646"/>
            </a:solidFill>
          </a:ln>
        </p:spPr>
      </p:sp>
      <p:sp>
        <p:nvSpPr>
          <p:cNvPr id="405" name="">
            <a:extLst xmlns:a="http://schemas.openxmlformats.org/drawingml/2006/main">
              <a:ext uri="{FF2B5EF4-FFF2-40B4-BE49-F238E27FC236}">
                <a16:creationId xmlns:a16="http://schemas.microsoft.com/office/drawing/2014/main" id="{D3A83945-9A55-4883-A215-75DC4FC09E39}"/>
              </a:ext>
            </a:extLst>
          </p:cNvPr>
          <p:cNvSpPr>
            <a:spLocks xmlns:a="http://schemas.openxmlformats.org/drawingml/2006/main" noGrp="1"/>
          </p:cNvSpPr>
          <p:nvPr/>
        </p:nvSpPr>
        <p:spPr>
          <a:xfrm xmlns:a="http://schemas.openxmlformats.org/drawingml/2006/main">
            <a:off x="5124450" y="5000625"/>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450</a:t>
            </a:r>
          </a:p>
        </p:txBody>
      </p:sp>
      <p:sp>
        <p:nvSpPr>
          <p:cNvPr id="406" name="">
            <a:extLst xmlns:a="http://schemas.openxmlformats.org/drawingml/2006/main">
              <a:ext uri="{FF2B5EF4-FFF2-40B4-BE49-F238E27FC236}">
                <a16:creationId xmlns:a16="http://schemas.microsoft.com/office/drawing/2014/main" id="{8A6D226D-245E-4855-BD4D-ADA56DC6B976}"/>
              </a:ext>
            </a:extLst>
          </p:cNvPr>
          <p:cNvSpPr>
            <a:spLocks xmlns:a="http://schemas.openxmlformats.org/drawingml/2006/main" noGrp="1"/>
          </p:cNvSpPr>
          <p:nvPr/>
        </p:nvSpPr>
        <p:spPr>
          <a:xfrm xmlns:a="http://schemas.openxmlformats.org/drawingml/2006/main">
            <a:off x="9034211" y="5934148"/>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07" name="">
            <a:extLst xmlns:a="http://schemas.openxmlformats.org/drawingml/2006/main">
              <a:ext uri="{FF2B5EF4-FFF2-40B4-BE49-F238E27FC236}">
                <a16:creationId xmlns:a16="http://schemas.microsoft.com/office/drawing/2014/main" id="{8BA49E1D-B4A2-448A-8552-5DA7EB430087}"/>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9110411" y="6010348"/>
                </a:moveTo>
                <a:lnTo>
                  <a:pt x="8953500" y="5495925"/>
                </a:lnTo>
              </a:path>
            </a:pathLst>
          </a:custGeom>
          <a:noFill xmlns:a="http://schemas.openxmlformats.org/drawingml/2006/main"/>
          <a:ln xmlns:a="http://schemas.openxmlformats.org/drawingml/2006/main" w="9525">
            <a:solidFill>
              <a:srgbClr val="A63646"/>
            </a:solidFill>
          </a:ln>
        </p:spPr>
      </p:sp>
      <p:sp>
        <p:nvSpPr>
          <p:cNvPr id="408" name="">
            <a:extLst xmlns:a="http://schemas.openxmlformats.org/drawingml/2006/main">
              <a:ext uri="{FF2B5EF4-FFF2-40B4-BE49-F238E27FC236}">
                <a16:creationId xmlns:a16="http://schemas.microsoft.com/office/drawing/2014/main" id="{4ACA665F-9921-4F48-83CA-8D3543C26E93}"/>
              </a:ext>
            </a:extLst>
          </p:cNvPr>
          <p:cNvSpPr>
            <a:spLocks xmlns:a="http://schemas.openxmlformats.org/drawingml/2006/main" noGrp="1"/>
          </p:cNvSpPr>
          <p:nvPr/>
        </p:nvSpPr>
        <p:spPr>
          <a:xfrm xmlns:a="http://schemas.openxmlformats.org/drawingml/2006/main">
            <a:off x="8715375" y="5495925"/>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604.5</a:t>
            </a:r>
          </a:p>
        </p:txBody>
      </p:sp>
      <p:sp>
        <p:nvSpPr>
          <p:cNvPr id="409" name="">
            <a:extLst xmlns:a="http://schemas.openxmlformats.org/drawingml/2006/main">
              <a:ext uri="{FF2B5EF4-FFF2-40B4-BE49-F238E27FC236}">
                <a16:creationId xmlns:a16="http://schemas.microsoft.com/office/drawing/2014/main" id="{1B4182BE-B401-4774-B52A-91FF15380704}"/>
              </a:ext>
            </a:extLst>
          </p:cNvPr>
          <p:cNvSpPr>
            <a:spLocks xmlns:a="http://schemas.openxmlformats.org/drawingml/2006/main" noGrp="1"/>
          </p:cNvSpPr>
          <p:nvPr/>
        </p:nvSpPr>
        <p:spPr>
          <a:xfrm xmlns:a="http://schemas.openxmlformats.org/drawingml/2006/main">
            <a:off x="7729866" y="5548028"/>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10" name="">
            <a:extLst xmlns:a="http://schemas.openxmlformats.org/drawingml/2006/main">
              <a:ext uri="{FF2B5EF4-FFF2-40B4-BE49-F238E27FC236}">
                <a16:creationId xmlns:a16="http://schemas.microsoft.com/office/drawing/2014/main" id="{814BE087-6899-4B3B-9D86-644B7F18F4C0}"/>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7806066" y="5624228"/>
                </a:moveTo>
                <a:lnTo>
                  <a:pt x="7477125" y="4686300"/>
                </a:lnTo>
              </a:path>
            </a:pathLst>
          </a:custGeom>
          <a:noFill xmlns:a="http://schemas.openxmlformats.org/drawingml/2006/main"/>
          <a:ln xmlns:a="http://schemas.openxmlformats.org/drawingml/2006/main" w="9525">
            <a:solidFill>
              <a:srgbClr val="A63646"/>
            </a:solidFill>
          </a:ln>
        </p:spPr>
      </p:sp>
      <p:sp>
        <p:nvSpPr>
          <p:cNvPr id="411" name="">
            <a:extLst xmlns:a="http://schemas.openxmlformats.org/drawingml/2006/main">
              <a:ext uri="{FF2B5EF4-FFF2-40B4-BE49-F238E27FC236}">
                <a16:creationId xmlns:a16="http://schemas.microsoft.com/office/drawing/2014/main" id="{9FF4E37E-C80F-4391-9C25-E035E324015C}"/>
              </a:ext>
            </a:extLst>
          </p:cNvPr>
          <p:cNvSpPr>
            <a:spLocks xmlns:a="http://schemas.openxmlformats.org/drawingml/2006/main" noGrp="1"/>
          </p:cNvSpPr>
          <p:nvPr/>
        </p:nvSpPr>
        <p:spPr>
          <a:xfrm xmlns:a="http://schemas.openxmlformats.org/drawingml/2006/main">
            <a:off x="7239000" y="4686300"/>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647</a:t>
            </a:r>
          </a:p>
        </p:txBody>
      </p:sp>
      <p:sp>
        <p:nvSpPr>
          <p:cNvPr id="412" name="">
            <a:extLst xmlns:a="http://schemas.openxmlformats.org/drawingml/2006/main">
              <a:ext uri="{FF2B5EF4-FFF2-40B4-BE49-F238E27FC236}">
                <a16:creationId xmlns:a16="http://schemas.microsoft.com/office/drawing/2014/main" id="{13186430-9E9B-4A9F-8E05-1F2640336DD2}"/>
              </a:ext>
            </a:extLst>
          </p:cNvPr>
          <p:cNvSpPr>
            <a:spLocks xmlns:a="http://schemas.openxmlformats.org/drawingml/2006/main" noGrp="1"/>
          </p:cNvSpPr>
          <p:nvPr/>
        </p:nvSpPr>
        <p:spPr>
          <a:xfrm xmlns:a="http://schemas.openxmlformats.org/drawingml/2006/main">
            <a:off x="8408365" y="5985828"/>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13" name="">
            <a:extLst xmlns:a="http://schemas.openxmlformats.org/drawingml/2006/main">
              <a:ext uri="{FF2B5EF4-FFF2-40B4-BE49-F238E27FC236}">
                <a16:creationId xmlns:a16="http://schemas.microsoft.com/office/drawing/2014/main" id="{2A61DD28-A5C4-43F8-866F-361A3B1C7AFD}"/>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8484565" y="6062028"/>
                </a:moveTo>
                <a:lnTo>
                  <a:pt x="7972425" y="6134100"/>
                </a:lnTo>
              </a:path>
            </a:pathLst>
          </a:custGeom>
          <a:noFill xmlns:a="http://schemas.openxmlformats.org/drawingml/2006/main"/>
          <a:ln xmlns:a="http://schemas.openxmlformats.org/drawingml/2006/main" w="9525">
            <a:solidFill>
              <a:srgbClr val="A63646"/>
            </a:solidFill>
          </a:ln>
        </p:spPr>
      </p:sp>
      <p:sp>
        <p:nvSpPr>
          <p:cNvPr id="414" name="">
            <a:extLst xmlns:a="http://schemas.openxmlformats.org/drawingml/2006/main">
              <a:ext uri="{FF2B5EF4-FFF2-40B4-BE49-F238E27FC236}">
                <a16:creationId xmlns:a16="http://schemas.microsoft.com/office/drawing/2014/main" id="{576681D6-4903-41D7-A938-132F3ECF687F}"/>
              </a:ext>
            </a:extLst>
          </p:cNvPr>
          <p:cNvSpPr>
            <a:spLocks xmlns:a="http://schemas.openxmlformats.org/drawingml/2006/main" noGrp="1"/>
          </p:cNvSpPr>
          <p:nvPr/>
        </p:nvSpPr>
        <p:spPr>
          <a:xfrm xmlns:a="http://schemas.openxmlformats.org/drawingml/2006/main">
            <a:off x="7734300" y="6134100"/>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670</a:t>
            </a:r>
          </a:p>
        </p:txBody>
      </p:sp>
      <p:sp>
        <p:nvSpPr>
          <p:cNvPr id="415" name="">
            <a:extLst xmlns:a="http://schemas.openxmlformats.org/drawingml/2006/main">
              <a:ext uri="{FF2B5EF4-FFF2-40B4-BE49-F238E27FC236}">
                <a16:creationId xmlns:a16="http://schemas.microsoft.com/office/drawing/2014/main" id="{94FD2B62-7284-48F6-8F2E-DA071CAD5CD9}"/>
              </a:ext>
            </a:extLst>
          </p:cNvPr>
          <p:cNvSpPr>
            <a:spLocks xmlns:a="http://schemas.openxmlformats.org/drawingml/2006/main" noGrp="1"/>
          </p:cNvSpPr>
          <p:nvPr/>
        </p:nvSpPr>
        <p:spPr>
          <a:xfrm xmlns:a="http://schemas.openxmlformats.org/drawingml/2006/main">
            <a:off x="9651434" y="6115913"/>
            <a:ext cx="152400" cy="152400"/>
          </a:xfrm>
          <a:prstGeom xmlns:a="http://schemas.openxmlformats.org/drawingml/2006/main" prst="diamond">
            <a:avLst/>
          </a:prstGeom>
          <a:solidFill xmlns:a="http://schemas.openxmlformats.org/drawingml/2006/main">
            <a:srgbClr val="A63646"/>
          </a:solidFill>
          <a:ln xmlns:a="http://schemas.openxmlformats.org/drawingml/2006/main" w="9525">
            <a:solidFill>
              <a:srgbClr val="FFFFFF"/>
            </a:solidFill>
          </a:ln>
        </p:spPr>
      </p:sp>
      <p:sp>
        <p:nvSpPr>
          <p:cNvPr id="416" name="">
            <a:extLst xmlns:a="http://schemas.openxmlformats.org/drawingml/2006/main">
              <a:ext uri="{FF2B5EF4-FFF2-40B4-BE49-F238E27FC236}">
                <a16:creationId xmlns:a16="http://schemas.microsoft.com/office/drawing/2014/main" id="{0D5E1311-FD74-4FC1-BA8E-8B6BA6D807B1}"/>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9727634" y="6192113"/>
                </a:moveTo>
                <a:lnTo>
                  <a:pt x="9667875" y="6496050"/>
                </a:lnTo>
              </a:path>
            </a:pathLst>
          </a:custGeom>
          <a:noFill xmlns:a="http://schemas.openxmlformats.org/drawingml/2006/main"/>
          <a:ln xmlns:a="http://schemas.openxmlformats.org/drawingml/2006/main" w="9525">
            <a:solidFill>
              <a:srgbClr val="A63646"/>
            </a:solidFill>
          </a:ln>
        </p:spPr>
      </p:sp>
      <p:sp>
        <p:nvSpPr>
          <p:cNvPr id="417" name="">
            <a:extLst xmlns:a="http://schemas.openxmlformats.org/drawingml/2006/main">
              <a:ext uri="{FF2B5EF4-FFF2-40B4-BE49-F238E27FC236}">
                <a16:creationId xmlns:a16="http://schemas.microsoft.com/office/drawing/2014/main" id="{34AAEDC8-9125-4E54-A2DF-35006459464A}"/>
              </a:ext>
            </a:extLst>
          </p:cNvPr>
          <p:cNvSpPr>
            <a:spLocks xmlns:a="http://schemas.openxmlformats.org/drawingml/2006/main" noGrp="1"/>
          </p:cNvSpPr>
          <p:nvPr/>
        </p:nvSpPr>
        <p:spPr>
          <a:xfrm xmlns:a="http://schemas.openxmlformats.org/drawingml/2006/main">
            <a:off x="9429750" y="6496050"/>
            <a:ext cx="90487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A63646"/>
                </a:solidFill>
                <a:latin typeface="Arial"/>
                <a:ea typeface="Arial"/>
                <a:cs typeface="Arial"/>
              </a:defRPr>
            </a:pPr>
            <a:r>
              <a:rPr sz="1800" b="1">
                <a:solidFill>
                  <a:srgbClr val="A63646"/>
                </a:solidFill>
                <a:latin typeface="Arial"/>
                <a:ea typeface="Arial"/>
                <a:cs typeface="Arial"/>
              </a:rPr>
              <a:t>684</a:t>
            </a:r>
          </a:p>
        </p:txBody>
      </p:sp>
      <p:sp>
        <p:nvSpPr>
          <p:cNvPr id="418" name="">
            <a:extLst xmlns:a="http://schemas.openxmlformats.org/drawingml/2006/main">
              <a:ext uri="{FF2B5EF4-FFF2-40B4-BE49-F238E27FC236}">
                <a16:creationId xmlns:a16="http://schemas.microsoft.com/office/drawing/2014/main" id="{05F37EAB-CB29-4456-83B5-71A93D452846}"/>
              </a:ext>
            </a:extLst>
          </p:cNvPr>
          <p:cNvSpPr>
            <a:spLocks xmlns:a="http://schemas.openxmlformats.org/drawingml/2006/main" noGrp="1"/>
          </p:cNvSpPr>
          <p:nvPr/>
        </p:nvSpPr>
        <p:spPr>
          <a:xfrm xmlns:a="http://schemas.openxmlformats.org/drawingml/2006/main">
            <a:off x="619125" y="1400175"/>
            <a:ext cx="104775" cy="104775"/>
          </a:xfrm>
          <a:prstGeom xmlns:a="http://schemas.openxmlformats.org/drawingml/2006/main" prst="ellipse">
            <a:avLst/>
          </a:prstGeom>
          <a:solidFill xmlns:a="http://schemas.openxmlformats.org/drawingml/2006/main">
            <a:srgbClr val="128B95"/>
          </a:solidFill>
          <a:ln xmlns:a="http://schemas.openxmlformats.org/drawingml/2006/main" w="9525">
            <a:noFill/>
          </a:ln>
        </p:spPr>
      </p:sp>
      <p:sp>
        <p:nvSpPr>
          <p:cNvPr id="419" name="">
            <a:extLst xmlns:a="http://schemas.openxmlformats.org/drawingml/2006/main">
              <a:ext uri="{FF2B5EF4-FFF2-40B4-BE49-F238E27FC236}">
                <a16:creationId xmlns:a16="http://schemas.microsoft.com/office/drawing/2014/main" id="{720B9BF8-1C3D-4B83-AD3F-11FE4CB1C29D}"/>
              </a:ext>
            </a:extLst>
          </p:cNvPr>
          <p:cNvSpPr>
            <a:spLocks xmlns:a="http://schemas.openxmlformats.org/drawingml/2006/main" noGrp="1"/>
          </p:cNvSpPr>
          <p:nvPr/>
        </p:nvSpPr>
        <p:spPr>
          <a:xfrm xmlns:a="http://schemas.openxmlformats.org/drawingml/2006/main">
            <a:off x="838200" y="1304925"/>
            <a:ext cx="30480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River Watch via BIPAD</a:t>
            </a:r>
          </a:p>
        </p:txBody>
      </p:sp>
      <p:sp>
        <p:nvSpPr>
          <p:cNvPr id="420" name="">
            <a:extLst xmlns:a="http://schemas.openxmlformats.org/drawingml/2006/main">
              <a:ext uri="{FF2B5EF4-FFF2-40B4-BE49-F238E27FC236}">
                <a16:creationId xmlns:a16="http://schemas.microsoft.com/office/drawing/2014/main" id="{F7446734-0863-4CF8-85BA-0842D4FFED39}"/>
              </a:ext>
            </a:extLst>
          </p:cNvPr>
          <p:cNvSpPr>
            <a:spLocks xmlns:a="http://schemas.openxmlformats.org/drawingml/2006/main" noGrp="1"/>
          </p:cNvSpPr>
          <p:nvPr/>
        </p:nvSpPr>
        <p:spPr>
          <a:xfrm xmlns:a="http://schemas.openxmlformats.org/drawingml/2006/main">
            <a:off x="4257675" y="1381125"/>
            <a:ext cx="142875" cy="142875"/>
          </a:xfrm>
          <a:prstGeom xmlns:a="http://schemas.openxmlformats.org/drawingml/2006/main" prst="ellipse">
            <a:avLst/>
          </a:prstGeom>
          <a:noFill xmlns:a="http://schemas.openxmlformats.org/drawingml/2006/main"/>
          <a:ln xmlns:a="http://schemas.openxmlformats.org/drawingml/2006/main" w="19050">
            <a:solidFill>
              <a:srgbClr val="D5982C"/>
            </a:solidFill>
          </a:ln>
        </p:spPr>
      </p:sp>
      <p:sp>
        <p:nvSpPr>
          <p:cNvPr id="421" name="">
            <a:extLst xmlns:a="http://schemas.openxmlformats.org/drawingml/2006/main">
              <a:ext uri="{FF2B5EF4-FFF2-40B4-BE49-F238E27FC236}">
                <a16:creationId xmlns:a16="http://schemas.microsoft.com/office/drawing/2014/main" id="{869901DF-3401-4E8C-A4BA-B403D4EA325C}"/>
              </a:ext>
            </a:extLst>
          </p:cNvPr>
          <p:cNvSpPr>
            <a:spLocks xmlns:a="http://schemas.openxmlformats.org/drawingml/2006/main" noGrp="1"/>
          </p:cNvSpPr>
          <p:nvPr/>
        </p:nvSpPr>
        <p:spPr>
          <a:xfrm xmlns:a="http://schemas.openxmlformats.org/drawingml/2006/main">
            <a:off x="4514850" y="1304925"/>
            <a:ext cx="23812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112 PDF stations</a:t>
            </a:r>
          </a:p>
        </p:txBody>
      </p:sp>
      <p:sp>
        <p:nvSpPr>
          <p:cNvPr id="422" name="">
            <a:extLst xmlns:a="http://schemas.openxmlformats.org/drawingml/2006/main">
              <a:ext uri="{FF2B5EF4-FFF2-40B4-BE49-F238E27FC236}">
                <a16:creationId xmlns:a16="http://schemas.microsoft.com/office/drawing/2014/main" id="{71947B34-38CD-4E3A-A5FB-6EEBC6142386}"/>
              </a:ext>
            </a:extLst>
          </p:cNvPr>
          <p:cNvSpPr>
            <a:spLocks xmlns:a="http://schemas.openxmlformats.org/drawingml/2006/main" noGrp="1"/>
          </p:cNvSpPr>
          <p:nvPr/>
        </p:nvSpPr>
        <p:spPr>
          <a:xfrm xmlns:a="http://schemas.openxmlformats.org/drawingml/2006/main">
            <a:off x="7191375" y="1371600"/>
            <a:ext cx="161925" cy="161925"/>
          </a:xfrm>
          <a:prstGeom xmlns:a="http://schemas.openxmlformats.org/drawingml/2006/main" prst="diamond">
            <a:avLst/>
          </a:prstGeom>
          <a:solidFill xmlns:a="http://schemas.openxmlformats.org/drawingml/2006/main">
            <a:srgbClr val="A63646"/>
          </a:solidFill>
          <a:ln xmlns:a="http://schemas.openxmlformats.org/drawingml/2006/main" w="9525">
            <a:noFill/>
          </a:ln>
        </p:spPr>
      </p:sp>
      <p:sp>
        <p:nvSpPr>
          <p:cNvPr id="423" name="">
            <a:extLst xmlns:a="http://schemas.openxmlformats.org/drawingml/2006/main">
              <a:ext uri="{FF2B5EF4-FFF2-40B4-BE49-F238E27FC236}">
                <a16:creationId xmlns:a16="http://schemas.microsoft.com/office/drawing/2014/main" id="{8A80CDC4-0739-4A47-ADBF-AE948C50F96F}"/>
              </a:ext>
            </a:extLst>
          </p:cNvPr>
          <p:cNvSpPr>
            <a:spLocks xmlns:a="http://schemas.openxmlformats.org/drawingml/2006/main" noGrp="1"/>
          </p:cNvSpPr>
          <p:nvPr/>
        </p:nvSpPr>
        <p:spPr>
          <a:xfrm xmlns:a="http://schemas.openxmlformats.org/drawingml/2006/main">
            <a:off x="7467600" y="1304925"/>
            <a:ext cx="26670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Six delivered series</a:t>
            </a:r>
          </a:p>
        </p:txBody>
      </p:sp>
      <p:sp>
        <p:nvSpPr>
          <p:cNvPr id="424" name="">
            <a:extLst xmlns:a="http://schemas.openxmlformats.org/drawingml/2006/main">
              <a:ext uri="{FF2B5EF4-FFF2-40B4-BE49-F238E27FC236}">
                <a16:creationId xmlns:a16="http://schemas.microsoft.com/office/drawing/2014/main" id="{62B07E2E-B522-475F-B3DC-D7B2F8CDACCF}"/>
              </a:ext>
            </a:extLst>
          </p:cNvPr>
          <p:cNvSpPr>
            <a:spLocks xmlns:a="http://schemas.openxmlformats.org/drawingml/2006/main" noGrp="1"/>
          </p:cNvSpPr>
          <p:nvPr/>
        </p:nvSpPr>
        <p:spPr>
          <a:xfrm xmlns:a="http://schemas.openxmlformats.org/drawingml/2006/main">
            <a:off x="4572000" y="3152775"/>
            <a:ext cx="20002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81989E"/>
                </a:solidFill>
                <a:latin typeface="Arial"/>
                <a:ea typeface="Arial"/>
                <a:cs typeface="Arial"/>
              </a:defRPr>
            </a:pPr>
            <a:r>
              <a:rPr sz="2400" b="1">
                <a:solidFill>
                  <a:srgbClr val="81989E"/>
                </a:solidFill>
                <a:latin typeface="Arial"/>
                <a:ea typeface="Arial"/>
                <a:cs typeface="Arial"/>
              </a:rPr>
              <a:t>NEPAL</a:t>
            </a:r>
          </a:p>
        </p:txBody>
      </p:sp>
      <p:sp>
        <p:nvSpPr>
          <p:cNvPr id="425" name="">
            <a:extLst xmlns:a="http://schemas.openxmlformats.org/drawingml/2006/main">
              <a:ext uri="{FF2B5EF4-FFF2-40B4-BE49-F238E27FC236}">
                <a16:creationId xmlns:a16="http://schemas.microsoft.com/office/drawing/2014/main" id="{0345B568-2A52-46DB-A963-578F53B18C2F}"/>
              </a:ext>
            </a:extLst>
          </p:cNvPr>
          <p:cNvSpPr>
            <a:spLocks xmlns:a="http://schemas.openxmlformats.org/drawingml/2006/main" noGrp="1"/>
          </p:cNvSpPr>
          <p:nvPr/>
        </p:nvSpPr>
        <p:spPr>
          <a:xfrm xmlns:a="http://schemas.openxmlformats.org/drawingml/2006/main">
            <a:off x="10953750" y="1457325"/>
            <a:ext cx="3619500" cy="781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3747"/>
                </a:solidFill>
                <a:latin typeface="Arial"/>
                <a:ea typeface="Arial"/>
                <a:cs typeface="Arial"/>
              </a:defRPr>
            </a:pPr>
            <a:r>
              <a:rPr sz="2175" b="1">
                <a:solidFill>
                  <a:srgbClr val="173747"/>
                </a:solidFill>
                <a:latin typeface="Arial"/>
                <a:ea typeface="Arial"/>
                <a:cs typeface="Arial"/>
              </a:rPr>
              <a:t>Published stations with delivered history</a:t>
            </a:r>
          </a:p>
        </p:txBody>
      </p:sp>
      <p:sp>
        <p:nvSpPr>
          <p:cNvPr id="426" name="">
            <a:extLst xmlns:a="http://schemas.openxmlformats.org/drawingml/2006/main">
              <a:ext uri="{FF2B5EF4-FFF2-40B4-BE49-F238E27FC236}">
                <a16:creationId xmlns:a16="http://schemas.microsoft.com/office/drawing/2014/main" id="{BD3EF59E-011A-4BFD-A960-DCACCF31C1D3}"/>
              </a:ext>
            </a:extLst>
          </p:cNvPr>
          <p:cNvSpPr>
            <a:spLocks xmlns:a="http://schemas.openxmlformats.org/drawingml/2006/main" noGrp="1"/>
          </p:cNvSpPr>
          <p:nvPr/>
        </p:nvSpPr>
        <p:spPr>
          <a:xfrm xmlns:a="http://schemas.openxmlformats.org/drawingml/2006/main">
            <a:off x="10953750" y="2381250"/>
            <a:ext cx="3714750" cy="24574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447   Trisuli · Betrawati</a:t>
            </a:r>
          </a:p>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450   Narayani · Devghat</a:t>
            </a:r>
          </a:p>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604.5   Arun · Turkeghat</a:t>
            </a:r>
          </a:p>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647   Tamakoshi · Busti</a:t>
            </a:r>
          </a:p>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670   Dudhkoshi · Rabuwa Bazar</a:t>
            </a:r>
          </a:p>
          <a:p xmlns:a="http://schemas.openxmlformats.org/drawingml/2006/main">
            <a:pPr>
              <a:defRPr sz="1800" b="0">
                <a:solidFill>
                  <a:srgbClr val="173747"/>
                </a:solidFill>
                <a:latin typeface="Arial"/>
                <a:ea typeface="Arial"/>
                <a:cs typeface="Arial"/>
              </a:defRPr>
            </a:pPr>
            <a:r>
              <a:rPr sz="1800" b="0">
                <a:solidFill>
                  <a:srgbClr val="173747"/>
                </a:solidFill>
                <a:latin typeface="Arial"/>
                <a:ea typeface="Arial"/>
                <a:cs typeface="Arial"/>
              </a:rPr>
              <a:t>684   Tamor · Majhitar</a:t>
            </a:r>
          </a:p>
        </p:txBody>
      </p:sp>
      <p:sp>
        <p:nvSpPr>
          <p:cNvPr id="427" name="">
            <a:extLst xmlns:a="http://schemas.openxmlformats.org/drawingml/2006/main">
              <a:ext uri="{FF2B5EF4-FFF2-40B4-BE49-F238E27FC236}">
                <a16:creationId xmlns:a16="http://schemas.microsoft.com/office/drawing/2014/main" id="{4836F559-A682-42CF-9E02-A379FEFF476C}"/>
              </a:ext>
            </a:extLst>
          </p:cNvPr>
          <p:cNvSpPr>
            <a:spLocks xmlns:a="http://schemas.openxmlformats.org/drawingml/2006/main" noGrp="1"/>
          </p:cNvSpPr>
          <p:nvPr/>
        </p:nvSpPr>
        <p:spPr>
          <a:xfrm xmlns:a="http://schemas.openxmlformats.org/drawingml/2006/main">
            <a:off x="10953750" y="5248275"/>
            <a:ext cx="3619500" cy="400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A63646"/>
                </a:solidFill>
                <a:latin typeface="Arial"/>
                <a:ea typeface="Arial"/>
                <a:cs typeface="Arial"/>
              </a:defRPr>
            </a:pPr>
            <a:r>
              <a:rPr sz="2100" b="1">
                <a:solidFill>
                  <a:srgbClr val="A63646"/>
                </a:solidFill>
                <a:latin typeface="Arial"/>
                <a:ea typeface="Arial"/>
                <a:cs typeface="Arial"/>
              </a:rPr>
              <a:t>For DHM to confirm</a:t>
            </a:r>
          </a:p>
        </p:txBody>
      </p:sp>
      <p:sp>
        <p:nvSpPr>
          <p:cNvPr id="428" name="">
            <a:extLst xmlns:a="http://schemas.openxmlformats.org/drawingml/2006/main">
              <a:ext uri="{FF2B5EF4-FFF2-40B4-BE49-F238E27FC236}">
                <a16:creationId xmlns:a16="http://schemas.microsoft.com/office/drawing/2014/main" id="{EA62CB80-8949-45F5-A1D5-E916564F2E9F}"/>
              </a:ext>
            </a:extLst>
          </p:cNvPr>
          <p:cNvSpPr>
            <a:spLocks xmlns:a="http://schemas.openxmlformats.org/drawingml/2006/main" noGrp="1"/>
          </p:cNvSpPr>
          <p:nvPr/>
        </p:nvSpPr>
        <p:spPr>
          <a:xfrm xmlns:a="http://schemas.openxmlformats.org/drawingml/2006/main">
            <a:off x="10953750" y="5753100"/>
            <a:ext cx="3524250" cy="1600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3747"/>
                </a:solidFill>
                <a:latin typeface="Arial"/>
                <a:ea typeface="Arial"/>
                <a:cs typeface="Arial"/>
              </a:defRPr>
            </a:pPr>
            <a:r>
              <a:rPr sz="1950" b="0">
                <a:solidFill>
                  <a:srgbClr val="173747"/>
                </a:solidFill>
                <a:latin typeface="Arial"/>
                <a:ea typeface="Arial"/>
                <a:cs typeface="Arial"/>
              </a:rPr>
              <a:t>Which sites share automatic and manual records?</a:t>
            </a:r>
          </a:p>
          <a:p xmlns:a="http://schemas.openxmlformats.org/drawingml/2006/main">
            <a:r>
              <a:t/>
            </a:r>
          </a:p>
          <a:p xmlns:a="http://schemas.openxmlformats.org/drawingml/2006/main">
            <a:pPr>
              <a:defRPr sz="1950" b="0">
                <a:solidFill>
                  <a:srgbClr val="173747"/>
                </a:solidFill>
                <a:latin typeface="Arial"/>
                <a:ea typeface="Arial"/>
                <a:cs typeface="Arial"/>
              </a:defRPr>
            </a:pPr>
            <a:r>
              <a:rPr sz="1950" b="0">
                <a:solidFill>
                  <a:srgbClr val="173747"/>
                </a:solidFill>
                <a:latin typeface="Arial"/>
                <a:ea typeface="Arial"/>
                <a:cs typeface="Arial"/>
              </a:rPr>
              <a:t>Which official station IDs link history to the live feed?</a:t>
            </a:r>
          </a:p>
        </p:txBody>
      </p:sp>
      <p:sp>
        <p:nvSpPr>
          <p:cNvPr id="429" name="">
            <a:extLst xmlns:a="http://schemas.openxmlformats.org/drawingml/2006/main">
              <a:ext uri="{FF2B5EF4-FFF2-40B4-BE49-F238E27FC236}">
                <a16:creationId xmlns:a16="http://schemas.microsoft.com/office/drawing/2014/main" id="{F76D67C7-5E7D-4636-9966-D10B2A3B3F33}"/>
              </a:ext>
            </a:extLst>
          </p:cNvPr>
          <p:cNvSpPr>
            <a:spLocks xmlns:a="http://schemas.openxmlformats.org/drawingml/2006/main" noGrp="1"/>
          </p:cNvSpPr>
          <p:nvPr/>
        </p:nvSpPr>
        <p:spPr>
          <a:xfrm xmlns:a="http://schemas.openxmlformats.org/drawingml/2006/main">
            <a:off x="619125" y="7296150"/>
            <a:ext cx="9715500" cy="6286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73747"/>
                </a:solidFill>
                <a:latin typeface="Arial"/>
                <a:ea typeface="Arial"/>
                <a:cs typeface="Arial"/>
              </a:defRPr>
            </a:pPr>
            <a:r>
              <a:rPr sz="1875" b="1">
                <a:solidFill>
                  <a:srgbClr val="173747"/>
                </a:solidFill>
                <a:latin typeface="Arial"/>
                <a:ea typeface="Arial"/>
                <a:cs typeface="Arial"/>
              </a:rPr>
              <a:t>Matching names appear in River Watch for all six. Site identity and datum still need confirmation.</a:t>
            </a:r>
          </a:p>
        </p:txBody>
      </p:sp>
    </p:spTree>
    <p:extLst>
      <p:ext uri="{BB962C8B-B14F-4D97-AF65-F5344CB8AC3E}">
        <p14:creationId xmlns:p14="http://schemas.microsoft.com/office/powerpoint/2010/main" val="570856579"/>
      </p:ext>
    </p:extLst>
  </p:cSld>
</p:sld>
</file>

<file path=ppt/slides/slide2.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EC416D7A-08DF-41AA-8559-40F6E01AD00A}"/>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73747"/>
                </a:solidFill>
                <a:latin typeface="Arial"/>
                <a:ea typeface="Arial"/>
                <a:cs typeface="Arial"/>
              </a:defRPr>
            </a:pPr>
            <a:r>
              <a:rPr sz="3450" b="1">
                <a:solidFill>
                  <a:srgbClr val="173747"/>
                </a:solidFill>
                <a:latin typeface="Arial"/>
                <a:ea typeface="Arial"/>
                <a:cs typeface="Arial"/>
              </a:rPr>
              <a:t>What each instrument measures and where the data goes</a:t>
            </a:r>
          </a:p>
        </p:txBody>
      </p:sp>
      <p:sp>
        <p:nvSpPr>
          <p:cNvPr id="2" name="">
            <a:extLst xmlns:a="http://schemas.openxmlformats.org/drawingml/2006/main">
              <a:ext uri="{FF2B5EF4-FFF2-40B4-BE49-F238E27FC236}">
                <a16:creationId xmlns:a16="http://schemas.microsoft.com/office/drawing/2014/main" id="{C2061E4F-26D6-4302-9055-68A68777C032}"/>
              </a:ext>
            </a:extLst>
          </p:cNvPr>
          <p:cNvSpPr>
            <a:spLocks xmlns:a="http://schemas.openxmlformats.org/drawingml/2006/main" noGrp="1"/>
          </p:cNvSpPr>
          <p:nvPr/>
        </p:nvSpPr>
        <p:spPr>
          <a:xfrm xmlns:a="http://schemas.openxmlformats.org/drawingml/2006/main">
            <a:off x="571500" y="8143875"/>
            <a:ext cx="11430000" cy="2476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36B78"/>
                </a:solidFill>
                <a:latin typeface="Arial"/>
                <a:ea typeface="Arial"/>
                <a:cs typeface="Arial"/>
              </a:defRPr>
            </a:pPr>
            <a:r>
              <a:rPr sz="1425" b="0">
                <a:solidFill>
                  <a:srgbClr val="536B78"/>
                </a:solidFill>
                <a:latin typeface="Arial"/>
                <a:ea typeface="Arial"/>
                <a:cs typeface="Arial"/>
              </a:rPr>
              <a:t>DHM discussion draft · 21 September 2026</a:t>
            </a:r>
          </a:p>
        </p:txBody>
      </p:sp>
      <p:sp>
        <p:nvSpPr>
          <p:cNvPr id="3" name="">
            <a:extLst xmlns:a="http://schemas.openxmlformats.org/drawingml/2006/main">
              <a:ext uri="{FF2B5EF4-FFF2-40B4-BE49-F238E27FC236}">
                <a16:creationId xmlns:a16="http://schemas.microsoft.com/office/drawing/2014/main" id="{230E277D-C67D-43C7-9E14-1B231A2EE55B}"/>
              </a:ext>
            </a:extLst>
          </p:cNvPr>
          <p:cNvSpPr>
            <a:spLocks xmlns:a="http://schemas.openxmlformats.org/drawingml/2006/main" noGrp="1"/>
          </p:cNvSpPr>
          <p:nvPr/>
        </p:nvSpPr>
        <p:spPr>
          <a:xfrm xmlns:a="http://schemas.openxmlformats.org/drawingml/2006/main">
            <a:off x="14001750" y="8115300"/>
            <a:ext cx="571500"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36B78"/>
                </a:solidFill>
                <a:latin typeface="Arial"/>
                <a:ea typeface="Arial"/>
                <a:cs typeface="Arial"/>
              </a:defRPr>
            </a:pPr>
            <a:r>
              <a:rPr sz="1650" b="0">
                <a:solidFill>
                  <a:srgbClr val="536B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F69EAD8-C90C-4317-A2B6-1C4CA443FDF1}"/>
              </a:ext>
            </a:extLst>
          </p:cNvPr>
          <p:cNvSpPr>
            <a:spLocks xmlns:a="http://schemas.openxmlformats.org/drawingml/2006/main" noGrp="1"/>
          </p:cNvSpPr>
          <p:nvPr/>
        </p:nvSpPr>
        <p:spPr>
          <a:xfrm xmlns:a="http://schemas.openxmlformats.org/drawingml/2006/main">
            <a:off x="571500" y="1085850"/>
            <a:ext cx="14001750" cy="400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36B78"/>
                </a:solidFill>
                <a:latin typeface="Arial"/>
                <a:ea typeface="Arial"/>
                <a:cs typeface="Arial"/>
              </a:defRPr>
            </a:pPr>
            <a:r>
              <a:rPr sz="1950" b="0">
                <a:solidFill>
                  <a:srgbClr val="536B78"/>
                </a:solidFill>
                <a:latin typeface="Arial"/>
                <a:ea typeface="Arial"/>
                <a:cs typeface="Arial"/>
              </a:rPr>
              <a:t>Conceptual station cross-section. Equipment and reporting paths vary by site.</a:t>
            </a:r>
          </a:p>
        </p:txBody>
      </p:sp>
      <p:sp>
        <p:nvSpPr>
          <p:cNvPr id="5" name="">
            <a:extLst xmlns:a="http://schemas.openxmlformats.org/drawingml/2006/main">
              <a:ext uri="{FF2B5EF4-FFF2-40B4-BE49-F238E27FC236}">
                <a16:creationId xmlns:a16="http://schemas.microsoft.com/office/drawing/2014/main" id="{EF3D259B-6189-42B7-AB17-93A83D50EA24}"/>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619125" y="3771900"/>
                </a:moveTo>
                <a:lnTo>
                  <a:pt x="2085975" y="3771900"/>
                </a:lnTo>
                <a:lnTo>
                  <a:pt x="3095625" y="5543550"/>
                </a:lnTo>
                <a:lnTo>
                  <a:pt x="5381625" y="5915025"/>
                </a:lnTo>
                <a:lnTo>
                  <a:pt x="7524750" y="5372100"/>
                </a:lnTo>
                <a:lnTo>
                  <a:pt x="8486775" y="3771900"/>
                </a:lnTo>
                <a:lnTo>
                  <a:pt x="9477375" y="3771900"/>
                </a:lnTo>
                <a:lnTo>
                  <a:pt x="9477375" y="6600825"/>
                </a:lnTo>
                <a:lnTo>
                  <a:pt x="619125" y="6600825"/>
                </a:lnTo>
                <a:close/>
              </a:path>
            </a:pathLst>
          </a:custGeom>
          <a:solidFill xmlns:a="http://schemas.openxmlformats.org/drawingml/2006/main">
            <a:srgbClr val="D8CDC0"/>
          </a:solidFill>
          <a:ln xmlns:a="http://schemas.openxmlformats.org/drawingml/2006/main" w="28575">
            <a:solidFill>
              <a:srgbClr val="8C8277"/>
            </a:solidFill>
          </a:ln>
        </p:spPr>
      </p:sp>
      <p:sp>
        <p:nvSpPr>
          <p:cNvPr id="6" name="">
            <a:extLst xmlns:a="http://schemas.openxmlformats.org/drawingml/2006/main">
              <a:ext uri="{FF2B5EF4-FFF2-40B4-BE49-F238E27FC236}">
                <a16:creationId xmlns:a16="http://schemas.microsoft.com/office/drawing/2014/main" id="{535397D9-71D4-4F6C-8319-EFA0A4E76140}"/>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2676525" y="4810125"/>
                </a:moveTo>
                <a:lnTo>
                  <a:pt x="7839075" y="4810125"/>
                </a:lnTo>
                <a:lnTo>
                  <a:pt x="7524750" y="5372100"/>
                </a:lnTo>
                <a:lnTo>
                  <a:pt x="5381625" y="5915025"/>
                </a:lnTo>
                <a:lnTo>
                  <a:pt x="3095625" y="5543550"/>
                </a:lnTo>
                <a:close/>
              </a:path>
            </a:pathLst>
          </a:custGeom>
          <a:solidFill xmlns:a="http://schemas.openxmlformats.org/drawingml/2006/main">
            <a:srgbClr val="CAE9ED"/>
          </a:solidFill>
          <a:ln xmlns:a="http://schemas.openxmlformats.org/drawingml/2006/main" w="19050">
            <a:solidFill>
              <a:srgbClr val="128B95"/>
            </a:solidFill>
          </a:ln>
        </p:spPr>
      </p:sp>
      <p:sp>
        <p:nvSpPr>
          <p:cNvPr id="7" name="">
            <a:extLst xmlns:a="http://schemas.openxmlformats.org/drawingml/2006/main">
              <a:ext uri="{FF2B5EF4-FFF2-40B4-BE49-F238E27FC236}">
                <a16:creationId xmlns:a16="http://schemas.microsoft.com/office/drawing/2014/main" id="{BDC38E8B-FD8B-48D6-A167-9F3D8F1E25A1}"/>
              </a:ext>
            </a:extLst>
          </p:cNvPr>
          <p:cNvSpPr>
            <a:spLocks xmlns:a="http://schemas.openxmlformats.org/drawingml/2006/main" noGrp="1"/>
          </p:cNvSpPr>
          <p:nvPr/>
        </p:nvSpPr>
        <p:spPr>
          <a:xfrm xmlns:a="http://schemas.openxmlformats.org/drawingml/2006/main">
            <a:off x="1933575" y="3476625"/>
            <a:ext cx="6705600" cy="142875"/>
          </a:xfrm>
          <a:prstGeom xmlns:a="http://schemas.openxmlformats.org/drawingml/2006/main" prst="rect">
            <a:avLst/>
          </a:prstGeom>
          <a:solidFill xmlns:a="http://schemas.openxmlformats.org/drawingml/2006/main">
            <a:srgbClr val="B4BFC2"/>
          </a:solidFill>
          <a:ln xmlns:a="http://schemas.openxmlformats.org/drawingml/2006/main" w="19050">
            <a:solidFill>
              <a:srgbClr val="173747"/>
            </a:solidFill>
          </a:ln>
        </p:spPr>
      </p:sp>
      <p:sp>
        <p:nvSpPr>
          <p:cNvPr id="8" name="">
            <a:extLst xmlns:a="http://schemas.openxmlformats.org/drawingml/2006/main">
              <a:ext uri="{FF2B5EF4-FFF2-40B4-BE49-F238E27FC236}">
                <a16:creationId xmlns:a16="http://schemas.microsoft.com/office/drawing/2014/main" id="{4D869822-6243-42BB-A502-1E36B31E0BCC}"/>
              </a:ext>
            </a:extLst>
          </p:cNvPr>
          <p:cNvSpPr>
            <a:spLocks xmlns:a="http://schemas.openxmlformats.org/drawingml/2006/main" noGrp="1"/>
          </p:cNvSpPr>
          <p:nvPr/>
        </p:nvSpPr>
        <p:spPr>
          <a:xfrm xmlns:a="http://schemas.openxmlformats.org/drawingml/2006/main">
            <a:off x="2133600" y="3609975"/>
            <a:ext cx="142875" cy="628650"/>
          </a:xfrm>
          <a:prstGeom xmlns:a="http://schemas.openxmlformats.org/drawingml/2006/main" prst="rect">
            <a:avLst/>
          </a:prstGeom>
          <a:solidFill xmlns:a="http://schemas.openxmlformats.org/drawingml/2006/main">
            <a:srgbClr val="B4BFC2"/>
          </a:solidFill>
          <a:ln xmlns:a="http://schemas.openxmlformats.org/drawingml/2006/main" w="19050">
            <a:solidFill>
              <a:srgbClr val="173747"/>
            </a:solidFill>
          </a:ln>
        </p:spPr>
      </p:sp>
      <p:sp>
        <p:nvSpPr>
          <p:cNvPr id="9" name="">
            <a:extLst xmlns:a="http://schemas.openxmlformats.org/drawingml/2006/main">
              <a:ext uri="{FF2B5EF4-FFF2-40B4-BE49-F238E27FC236}">
                <a16:creationId xmlns:a16="http://schemas.microsoft.com/office/drawing/2014/main" id="{C1C3D371-E932-4782-A795-8B607A481B5B}"/>
              </a:ext>
            </a:extLst>
          </p:cNvPr>
          <p:cNvSpPr>
            <a:spLocks xmlns:a="http://schemas.openxmlformats.org/drawingml/2006/main" noGrp="1"/>
          </p:cNvSpPr>
          <p:nvPr/>
        </p:nvSpPr>
        <p:spPr>
          <a:xfrm xmlns:a="http://schemas.openxmlformats.org/drawingml/2006/main">
            <a:off x="8410575" y="3609975"/>
            <a:ext cx="142875" cy="600075"/>
          </a:xfrm>
          <a:prstGeom xmlns:a="http://schemas.openxmlformats.org/drawingml/2006/main" prst="rect">
            <a:avLst/>
          </a:prstGeom>
          <a:solidFill xmlns:a="http://schemas.openxmlformats.org/drawingml/2006/main">
            <a:srgbClr val="B4BFC2"/>
          </a:solidFill>
          <a:ln xmlns:a="http://schemas.openxmlformats.org/drawingml/2006/main" w="19050">
            <a:solidFill>
              <a:srgbClr val="173747"/>
            </a:solidFill>
          </a:ln>
        </p:spPr>
      </p:sp>
      <p:sp>
        <p:nvSpPr>
          <p:cNvPr id="10" name="">
            <a:extLst xmlns:a="http://schemas.openxmlformats.org/drawingml/2006/main">
              <a:ext uri="{FF2B5EF4-FFF2-40B4-BE49-F238E27FC236}">
                <a16:creationId xmlns:a16="http://schemas.microsoft.com/office/drawing/2014/main" id="{A21710DE-43C8-4E6B-902A-DC7CE704364B}"/>
              </a:ext>
            </a:extLst>
          </p:cNvPr>
          <p:cNvSpPr>
            <a:spLocks xmlns:a="http://schemas.openxmlformats.org/drawingml/2006/main" noGrp="1"/>
          </p:cNvSpPr>
          <p:nvPr/>
        </p:nvSpPr>
        <p:spPr>
          <a:xfrm xmlns:a="http://schemas.openxmlformats.org/drawingml/2006/main">
            <a:off x="4810125" y="3638550"/>
            <a:ext cx="333375" cy="209550"/>
          </a:xfrm>
          <a:prstGeom xmlns:a="http://schemas.openxmlformats.org/drawingml/2006/main" prst="rect">
            <a:avLst/>
          </a:prstGeom>
          <a:solidFill xmlns:a="http://schemas.openxmlformats.org/drawingml/2006/main">
            <a:srgbClr val="128B95"/>
          </a:solidFill>
          <a:ln xmlns:a="http://schemas.openxmlformats.org/drawingml/2006/main" w="9525">
            <a:solidFill>
              <a:srgbClr val="173747"/>
            </a:solidFill>
          </a:ln>
        </p:spPr>
      </p:sp>
      <p:sp>
        <p:nvSpPr>
          <p:cNvPr id="11" name="">
            <a:extLst xmlns:a="http://schemas.openxmlformats.org/drawingml/2006/main">
              <a:ext uri="{FF2B5EF4-FFF2-40B4-BE49-F238E27FC236}">
                <a16:creationId xmlns:a16="http://schemas.microsoft.com/office/drawing/2014/main" id="{7DF67333-57CF-47E1-8041-671AA71163D8}"/>
              </a:ext>
            </a:extLst>
          </p:cNvPr>
          <p:cNvSpPr>
            <a:spLocks xmlns:a="http://schemas.openxmlformats.org/drawingml/2006/main" noGrp="1"/>
          </p:cNvSpPr>
          <p:nvPr/>
        </p:nvSpPr>
        <p:spPr>
          <a:xfrm xmlns:a="http://schemas.openxmlformats.org/drawingml/2006/main">
            <a:off x="4972050" y="3924300"/>
            <a:ext cx="953" cy="95250"/>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12" name="">
            <a:extLst xmlns:a="http://schemas.openxmlformats.org/drawingml/2006/main">
              <a:ext uri="{FF2B5EF4-FFF2-40B4-BE49-F238E27FC236}">
                <a16:creationId xmlns:a16="http://schemas.microsoft.com/office/drawing/2014/main" id="{F0E8320A-344B-4150-81B5-5250ED949DB7}"/>
              </a:ext>
            </a:extLst>
          </p:cNvPr>
          <p:cNvSpPr>
            <a:spLocks xmlns:a="http://schemas.openxmlformats.org/drawingml/2006/main" noGrp="1"/>
          </p:cNvSpPr>
          <p:nvPr/>
        </p:nvSpPr>
        <p:spPr>
          <a:xfrm xmlns:a="http://schemas.openxmlformats.org/drawingml/2006/main">
            <a:off x="4972050" y="4095750"/>
            <a:ext cx="953" cy="95250"/>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13" name="">
            <a:extLst xmlns:a="http://schemas.openxmlformats.org/drawingml/2006/main">
              <a:ext uri="{FF2B5EF4-FFF2-40B4-BE49-F238E27FC236}">
                <a16:creationId xmlns:a16="http://schemas.microsoft.com/office/drawing/2014/main" id="{C0FE3934-8E22-4FC0-9947-7E5615271C35}"/>
              </a:ext>
            </a:extLst>
          </p:cNvPr>
          <p:cNvSpPr>
            <a:spLocks xmlns:a="http://schemas.openxmlformats.org/drawingml/2006/main" noGrp="1"/>
          </p:cNvSpPr>
          <p:nvPr/>
        </p:nvSpPr>
        <p:spPr>
          <a:xfrm xmlns:a="http://schemas.openxmlformats.org/drawingml/2006/main">
            <a:off x="4972050" y="4267200"/>
            <a:ext cx="953" cy="95250"/>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14" name="">
            <a:extLst xmlns:a="http://schemas.openxmlformats.org/drawingml/2006/main">
              <a:ext uri="{FF2B5EF4-FFF2-40B4-BE49-F238E27FC236}">
                <a16:creationId xmlns:a16="http://schemas.microsoft.com/office/drawing/2014/main" id="{E8BA94AB-A8A5-4806-ADCD-A807FC89522B}"/>
              </a:ext>
            </a:extLst>
          </p:cNvPr>
          <p:cNvSpPr>
            <a:spLocks xmlns:a="http://schemas.openxmlformats.org/drawingml/2006/main" noGrp="1"/>
          </p:cNvSpPr>
          <p:nvPr/>
        </p:nvSpPr>
        <p:spPr>
          <a:xfrm xmlns:a="http://schemas.openxmlformats.org/drawingml/2006/main">
            <a:off x="4972050" y="4438650"/>
            <a:ext cx="953" cy="95250"/>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15" name="">
            <a:extLst xmlns:a="http://schemas.openxmlformats.org/drawingml/2006/main">
              <a:ext uri="{FF2B5EF4-FFF2-40B4-BE49-F238E27FC236}">
                <a16:creationId xmlns:a16="http://schemas.microsoft.com/office/drawing/2014/main" id="{C63892E8-2307-4098-ADEB-1A8FF426587F}"/>
              </a:ext>
            </a:extLst>
          </p:cNvPr>
          <p:cNvSpPr>
            <a:spLocks xmlns:a="http://schemas.openxmlformats.org/drawingml/2006/main" noGrp="1"/>
          </p:cNvSpPr>
          <p:nvPr/>
        </p:nvSpPr>
        <p:spPr>
          <a:xfrm xmlns:a="http://schemas.openxmlformats.org/drawingml/2006/main">
            <a:off x="4972050" y="4610100"/>
            <a:ext cx="953" cy="95250"/>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16" name="">
            <a:extLst xmlns:a="http://schemas.openxmlformats.org/drawingml/2006/main">
              <a:ext uri="{FF2B5EF4-FFF2-40B4-BE49-F238E27FC236}">
                <a16:creationId xmlns:a16="http://schemas.microsoft.com/office/drawing/2014/main" id="{47E090E2-825C-47D9-A5FF-5D176AFF5C81}"/>
              </a:ext>
            </a:extLst>
          </p:cNvPr>
          <p:cNvSpPr>
            <a:spLocks xmlns:a="http://schemas.openxmlformats.org/drawingml/2006/main" noGrp="1"/>
          </p:cNvSpPr>
          <p:nvPr/>
        </p:nvSpPr>
        <p:spPr>
          <a:xfrm xmlns:a="http://schemas.openxmlformats.org/drawingml/2006/main">
            <a:off x="7515225" y="3990975"/>
            <a:ext cx="12382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A63646"/>
            </a:solidFill>
          </a:ln>
        </p:spPr>
      </p:sp>
      <p:sp>
        <p:nvSpPr>
          <p:cNvPr id="17" name="">
            <a:extLst xmlns:a="http://schemas.openxmlformats.org/drawingml/2006/main">
              <a:ext uri="{FF2B5EF4-FFF2-40B4-BE49-F238E27FC236}">
                <a16:creationId xmlns:a16="http://schemas.microsoft.com/office/drawing/2014/main" id="{49D7B970-8597-4E52-B0AA-56875C455ADD}"/>
              </a:ext>
            </a:extLst>
          </p:cNvPr>
          <p:cNvSpPr>
            <a:spLocks xmlns:a="http://schemas.openxmlformats.org/drawingml/2006/main" noGrp="1"/>
          </p:cNvSpPr>
          <p:nvPr/>
        </p:nvSpPr>
        <p:spPr>
          <a:xfrm xmlns:a="http://schemas.openxmlformats.org/drawingml/2006/main">
            <a:off x="7515225" y="40671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18" name="">
            <a:extLst xmlns:a="http://schemas.openxmlformats.org/drawingml/2006/main">
              <a:ext uri="{FF2B5EF4-FFF2-40B4-BE49-F238E27FC236}">
                <a16:creationId xmlns:a16="http://schemas.microsoft.com/office/drawing/2014/main" id="{33E30EBE-836D-43F2-80C0-612BD935B7C0}"/>
              </a:ext>
            </a:extLst>
          </p:cNvPr>
          <p:cNvSpPr>
            <a:spLocks xmlns:a="http://schemas.openxmlformats.org/drawingml/2006/main" noGrp="1"/>
          </p:cNvSpPr>
          <p:nvPr/>
        </p:nvSpPr>
        <p:spPr>
          <a:xfrm xmlns:a="http://schemas.openxmlformats.org/drawingml/2006/main">
            <a:off x="7515225" y="41814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19" name="">
            <a:extLst xmlns:a="http://schemas.openxmlformats.org/drawingml/2006/main">
              <a:ext uri="{FF2B5EF4-FFF2-40B4-BE49-F238E27FC236}">
                <a16:creationId xmlns:a16="http://schemas.microsoft.com/office/drawing/2014/main" id="{67358BDC-9459-403D-ACBF-310E36C5180E}"/>
              </a:ext>
            </a:extLst>
          </p:cNvPr>
          <p:cNvSpPr>
            <a:spLocks xmlns:a="http://schemas.openxmlformats.org/drawingml/2006/main" noGrp="1"/>
          </p:cNvSpPr>
          <p:nvPr/>
        </p:nvSpPr>
        <p:spPr>
          <a:xfrm xmlns:a="http://schemas.openxmlformats.org/drawingml/2006/main">
            <a:off x="7515225" y="42957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0" name="">
            <a:extLst xmlns:a="http://schemas.openxmlformats.org/drawingml/2006/main">
              <a:ext uri="{FF2B5EF4-FFF2-40B4-BE49-F238E27FC236}">
                <a16:creationId xmlns:a16="http://schemas.microsoft.com/office/drawing/2014/main" id="{D9351E9E-92E2-4543-965C-60FC78FBA1D3}"/>
              </a:ext>
            </a:extLst>
          </p:cNvPr>
          <p:cNvSpPr>
            <a:spLocks xmlns:a="http://schemas.openxmlformats.org/drawingml/2006/main" noGrp="1"/>
          </p:cNvSpPr>
          <p:nvPr/>
        </p:nvSpPr>
        <p:spPr>
          <a:xfrm xmlns:a="http://schemas.openxmlformats.org/drawingml/2006/main">
            <a:off x="7515225" y="44100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1" name="">
            <a:extLst xmlns:a="http://schemas.openxmlformats.org/drawingml/2006/main">
              <a:ext uri="{FF2B5EF4-FFF2-40B4-BE49-F238E27FC236}">
                <a16:creationId xmlns:a16="http://schemas.microsoft.com/office/drawing/2014/main" id="{388BB554-670E-4F38-9F65-4E06D0AC50F0}"/>
              </a:ext>
            </a:extLst>
          </p:cNvPr>
          <p:cNvSpPr>
            <a:spLocks xmlns:a="http://schemas.openxmlformats.org/drawingml/2006/main" noGrp="1"/>
          </p:cNvSpPr>
          <p:nvPr/>
        </p:nvSpPr>
        <p:spPr>
          <a:xfrm xmlns:a="http://schemas.openxmlformats.org/drawingml/2006/main">
            <a:off x="7515225" y="45243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2" name="">
            <a:extLst xmlns:a="http://schemas.openxmlformats.org/drawingml/2006/main">
              <a:ext uri="{FF2B5EF4-FFF2-40B4-BE49-F238E27FC236}">
                <a16:creationId xmlns:a16="http://schemas.microsoft.com/office/drawing/2014/main" id="{CA063554-AB90-478B-8CFE-278372A3A789}"/>
              </a:ext>
            </a:extLst>
          </p:cNvPr>
          <p:cNvSpPr>
            <a:spLocks xmlns:a="http://schemas.openxmlformats.org/drawingml/2006/main" noGrp="1"/>
          </p:cNvSpPr>
          <p:nvPr/>
        </p:nvSpPr>
        <p:spPr>
          <a:xfrm xmlns:a="http://schemas.openxmlformats.org/drawingml/2006/main">
            <a:off x="7515225" y="46386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3" name="">
            <a:extLst xmlns:a="http://schemas.openxmlformats.org/drawingml/2006/main">
              <a:ext uri="{FF2B5EF4-FFF2-40B4-BE49-F238E27FC236}">
                <a16:creationId xmlns:a16="http://schemas.microsoft.com/office/drawing/2014/main" id="{02F7E792-94E9-42E2-BEBE-EA214BF7C2A5}"/>
              </a:ext>
            </a:extLst>
          </p:cNvPr>
          <p:cNvSpPr>
            <a:spLocks xmlns:a="http://schemas.openxmlformats.org/drawingml/2006/main" noGrp="1"/>
          </p:cNvSpPr>
          <p:nvPr/>
        </p:nvSpPr>
        <p:spPr>
          <a:xfrm xmlns:a="http://schemas.openxmlformats.org/drawingml/2006/main">
            <a:off x="7515225" y="47529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4" name="">
            <a:extLst xmlns:a="http://schemas.openxmlformats.org/drawingml/2006/main">
              <a:ext uri="{FF2B5EF4-FFF2-40B4-BE49-F238E27FC236}">
                <a16:creationId xmlns:a16="http://schemas.microsoft.com/office/drawing/2014/main" id="{B63AB262-A5ED-41A9-A2C6-6D2DF8D2956D}"/>
              </a:ext>
            </a:extLst>
          </p:cNvPr>
          <p:cNvSpPr>
            <a:spLocks xmlns:a="http://schemas.openxmlformats.org/drawingml/2006/main" noGrp="1"/>
          </p:cNvSpPr>
          <p:nvPr/>
        </p:nvSpPr>
        <p:spPr>
          <a:xfrm xmlns:a="http://schemas.openxmlformats.org/drawingml/2006/main">
            <a:off x="7515225" y="48672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5" name="">
            <a:extLst xmlns:a="http://schemas.openxmlformats.org/drawingml/2006/main">
              <a:ext uri="{FF2B5EF4-FFF2-40B4-BE49-F238E27FC236}">
                <a16:creationId xmlns:a16="http://schemas.microsoft.com/office/drawing/2014/main" id="{EE718C83-F595-44F9-B179-1AF4FAFADA23}"/>
              </a:ext>
            </a:extLst>
          </p:cNvPr>
          <p:cNvSpPr>
            <a:spLocks xmlns:a="http://schemas.openxmlformats.org/drawingml/2006/main" noGrp="1"/>
          </p:cNvSpPr>
          <p:nvPr/>
        </p:nvSpPr>
        <p:spPr>
          <a:xfrm xmlns:a="http://schemas.openxmlformats.org/drawingml/2006/main">
            <a:off x="7515225" y="49815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6" name="">
            <a:extLst xmlns:a="http://schemas.openxmlformats.org/drawingml/2006/main">
              <a:ext uri="{FF2B5EF4-FFF2-40B4-BE49-F238E27FC236}">
                <a16:creationId xmlns:a16="http://schemas.microsoft.com/office/drawing/2014/main" id="{CA1B345E-015F-49F8-AC61-C7132CF9F993}"/>
              </a:ext>
            </a:extLst>
          </p:cNvPr>
          <p:cNvSpPr>
            <a:spLocks xmlns:a="http://schemas.openxmlformats.org/drawingml/2006/main" noGrp="1"/>
          </p:cNvSpPr>
          <p:nvPr/>
        </p:nvSpPr>
        <p:spPr>
          <a:xfrm xmlns:a="http://schemas.openxmlformats.org/drawingml/2006/main">
            <a:off x="7515225" y="50958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7" name="">
            <a:extLst xmlns:a="http://schemas.openxmlformats.org/drawingml/2006/main">
              <a:ext uri="{FF2B5EF4-FFF2-40B4-BE49-F238E27FC236}">
                <a16:creationId xmlns:a16="http://schemas.microsoft.com/office/drawing/2014/main" id="{B66A633B-CB4C-48B5-9E01-FF6E7279C62F}"/>
              </a:ext>
            </a:extLst>
          </p:cNvPr>
          <p:cNvSpPr>
            <a:spLocks xmlns:a="http://schemas.openxmlformats.org/drawingml/2006/main" noGrp="1"/>
          </p:cNvSpPr>
          <p:nvPr/>
        </p:nvSpPr>
        <p:spPr>
          <a:xfrm xmlns:a="http://schemas.openxmlformats.org/drawingml/2006/main">
            <a:off x="7515225" y="52101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8" name="">
            <a:extLst xmlns:a="http://schemas.openxmlformats.org/drawingml/2006/main">
              <a:ext uri="{FF2B5EF4-FFF2-40B4-BE49-F238E27FC236}">
                <a16:creationId xmlns:a16="http://schemas.microsoft.com/office/drawing/2014/main" id="{19F2CE10-1F45-49FC-AACD-5C26E0AA4E2A}"/>
              </a:ext>
            </a:extLst>
          </p:cNvPr>
          <p:cNvSpPr>
            <a:spLocks xmlns:a="http://schemas.openxmlformats.org/drawingml/2006/main" noGrp="1"/>
          </p:cNvSpPr>
          <p:nvPr/>
        </p:nvSpPr>
        <p:spPr>
          <a:xfrm xmlns:a="http://schemas.openxmlformats.org/drawingml/2006/main">
            <a:off x="7515225" y="5324475"/>
            <a:ext cx="85725" cy="953"/>
          </a:xfrm>
          <a:prstGeom xmlns:a="http://schemas.openxmlformats.org/drawingml/2006/main" prst="line">
            <a:avLst/>
          </a:prstGeom>
          <a:noFill xmlns:a="http://schemas.openxmlformats.org/drawingml/2006/main"/>
          <a:ln xmlns:a="http://schemas.openxmlformats.org/drawingml/2006/main" w="19050">
            <a:solidFill>
              <a:srgbClr val="A63646"/>
            </a:solidFill>
          </a:ln>
        </p:spPr>
      </p:sp>
      <p:sp>
        <p:nvSpPr>
          <p:cNvPr id="29" name="">
            <a:extLst xmlns:a="http://schemas.openxmlformats.org/drawingml/2006/main">
              <a:ext uri="{FF2B5EF4-FFF2-40B4-BE49-F238E27FC236}">
                <a16:creationId xmlns:a16="http://schemas.microsoft.com/office/drawing/2014/main" id="{D7683A8F-DFBF-416C-8949-1623E680890A}"/>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3781425" y="4695825"/>
                </a:moveTo>
                <a:lnTo>
                  <a:pt x="4333875" y="4695825"/>
                </a:lnTo>
                <a:lnTo>
                  <a:pt x="4229100" y="4829175"/>
                </a:lnTo>
                <a:lnTo>
                  <a:pt x="3867150" y="4829175"/>
                </a:lnTo>
                <a:close/>
              </a:path>
            </a:pathLst>
          </a:custGeom>
          <a:solidFill xmlns:a="http://schemas.openxmlformats.org/drawingml/2006/main">
            <a:srgbClr val="FFFFFF"/>
          </a:solidFill>
          <a:ln xmlns:a="http://schemas.openxmlformats.org/drawingml/2006/main" w="19050">
            <a:solidFill>
              <a:srgbClr val="173747"/>
            </a:solidFill>
          </a:ln>
        </p:spPr>
      </p:sp>
      <p:sp>
        <p:nvSpPr>
          <p:cNvPr id="30" name="">
            <a:extLst xmlns:a="http://schemas.openxmlformats.org/drawingml/2006/main">
              <a:ext uri="{FF2B5EF4-FFF2-40B4-BE49-F238E27FC236}">
                <a16:creationId xmlns:a16="http://schemas.microsoft.com/office/drawing/2014/main" id="{25D04279-1B75-46F2-8091-0120D52D79BC}"/>
              </a:ext>
            </a:extLst>
          </p:cNvPr>
          <p:cNvSpPr>
            <a:spLocks xmlns:a="http://schemas.openxmlformats.org/drawingml/2006/main" noGrp="1"/>
          </p:cNvSpPr>
          <p:nvPr/>
        </p:nvSpPr>
        <p:spPr>
          <a:xfrm xmlns:a="http://schemas.openxmlformats.org/drawingml/2006/main">
            <a:off x="4057650" y="4829175"/>
            <a:ext cx="953" cy="428625"/>
          </a:xfrm>
          <a:prstGeom xmlns:a="http://schemas.openxmlformats.org/drawingml/2006/main" prst="line">
            <a:avLst/>
          </a:prstGeom>
          <a:noFill xmlns:a="http://schemas.openxmlformats.org/drawingml/2006/main"/>
          <a:ln xmlns:a="http://schemas.openxmlformats.org/drawingml/2006/main" w="19050">
            <a:solidFill>
              <a:srgbClr val="173747"/>
            </a:solidFill>
          </a:ln>
        </p:spPr>
      </p:sp>
      <p:sp>
        <p:nvSpPr>
          <p:cNvPr id="31" name="">
            <a:extLst xmlns:a="http://schemas.openxmlformats.org/drawingml/2006/main">
              <a:ext uri="{FF2B5EF4-FFF2-40B4-BE49-F238E27FC236}">
                <a16:creationId xmlns:a16="http://schemas.microsoft.com/office/drawing/2014/main" id="{2BC53CBF-DCD1-48A8-B475-901997F97D5E}"/>
              </a:ext>
            </a:extLst>
          </p:cNvPr>
          <p:cNvSpPr>
            <a:spLocks xmlns:a="http://schemas.openxmlformats.org/drawingml/2006/main" noGrp="1"/>
          </p:cNvSpPr>
          <p:nvPr/>
        </p:nvSpPr>
        <p:spPr>
          <a:xfrm xmlns:a="http://schemas.openxmlformats.org/drawingml/2006/main">
            <a:off x="3971925" y="5219700"/>
            <a:ext cx="171450" cy="114300"/>
          </a:xfrm>
          <a:prstGeom xmlns:a="http://schemas.openxmlformats.org/drawingml/2006/main" prst="ellipse">
            <a:avLst/>
          </a:prstGeom>
          <a:solidFill xmlns:a="http://schemas.openxmlformats.org/drawingml/2006/main">
            <a:srgbClr val="173747"/>
          </a:solidFill>
          <a:ln xmlns:a="http://schemas.openxmlformats.org/drawingml/2006/main" w="9525">
            <a:noFill/>
          </a:ln>
        </p:spPr>
      </p:sp>
      <p:sp>
        <p:nvSpPr>
          <p:cNvPr id="32" name="">
            <a:extLst xmlns:a="http://schemas.openxmlformats.org/drawingml/2006/main">
              <a:ext uri="{FF2B5EF4-FFF2-40B4-BE49-F238E27FC236}">
                <a16:creationId xmlns:a16="http://schemas.microsoft.com/office/drawing/2014/main" id="{7AAB76AA-5112-4E58-B2F9-CF7364B7F578}"/>
              </a:ext>
            </a:extLst>
          </p:cNvPr>
          <p:cNvSpPr>
            <a:spLocks xmlns:a="http://schemas.openxmlformats.org/drawingml/2006/main" noGrp="1"/>
          </p:cNvSpPr>
          <p:nvPr/>
        </p:nvSpPr>
        <p:spPr>
          <a:xfrm xmlns:a="http://schemas.openxmlformats.org/drawingml/2006/main">
            <a:off x="3333750" y="2000250"/>
            <a:ext cx="30480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28B95"/>
                </a:solidFill>
                <a:latin typeface="Arial"/>
                <a:ea typeface="Arial"/>
                <a:cs typeface="Arial"/>
              </a:defRPr>
            </a:pPr>
            <a:r>
              <a:rPr sz="2100" b="1">
                <a:solidFill>
                  <a:srgbClr val="128B95"/>
                </a:solidFill>
                <a:latin typeface="Arial"/>
                <a:ea typeface="Arial"/>
                <a:cs typeface="Arial"/>
              </a:rPr>
              <a:t>Automatic level sensor</a:t>
            </a:r>
          </a:p>
        </p:txBody>
      </p:sp>
      <p:sp>
        <p:nvSpPr>
          <p:cNvPr id="33" name="">
            <a:extLst xmlns:a="http://schemas.openxmlformats.org/drawingml/2006/main">
              <a:ext uri="{FF2B5EF4-FFF2-40B4-BE49-F238E27FC236}">
                <a16:creationId xmlns:a16="http://schemas.microsoft.com/office/drawing/2014/main" id="{66ED3064-0C13-43EA-AF0C-DEAEA0CE5265}"/>
              </a:ext>
            </a:extLst>
          </p:cNvPr>
          <p:cNvSpPr>
            <a:spLocks xmlns:a="http://schemas.openxmlformats.org/drawingml/2006/main" noGrp="1"/>
          </p:cNvSpPr>
          <p:nvPr/>
        </p:nvSpPr>
        <p:spPr>
          <a:xfrm xmlns:a="http://schemas.openxmlformats.org/drawingml/2006/main">
            <a:off x="3333750" y="2438400"/>
            <a:ext cx="3286125"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Water level h(t), metres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Logger and telemetry</a:t>
            </a:r>
          </a:p>
        </p:txBody>
      </p:sp>
      <p:sp>
        <p:nvSpPr>
          <p:cNvPr id="34" name="">
            <a:extLst xmlns:a="http://schemas.openxmlformats.org/drawingml/2006/main">
              <a:ext uri="{FF2B5EF4-FFF2-40B4-BE49-F238E27FC236}">
                <a16:creationId xmlns:a16="http://schemas.microsoft.com/office/drawing/2014/main" id="{0BF0800D-FD73-4DBA-9D7C-800D539895B0}"/>
              </a:ext>
            </a:extLst>
          </p:cNvPr>
          <p:cNvSpPr>
            <a:spLocks xmlns:a="http://schemas.openxmlformats.org/drawingml/2006/main" noGrp="1"/>
          </p:cNvSpPr>
          <p:nvPr/>
        </p:nvSpPr>
        <p:spPr>
          <a:xfrm xmlns:a="http://schemas.openxmlformats.org/drawingml/2006/main">
            <a:off x="4972050" y="3181350"/>
            <a:ext cx="953" cy="295275"/>
          </a:xfrm>
          <a:prstGeom xmlns:a="http://schemas.openxmlformats.org/drawingml/2006/main" prst="line">
            <a:avLst/>
          </a:prstGeom>
          <a:noFill xmlns:a="http://schemas.openxmlformats.org/drawingml/2006/main"/>
          <a:ln xmlns:a="http://schemas.openxmlformats.org/drawingml/2006/main" w="19050">
            <a:solidFill>
              <a:srgbClr val="128B95"/>
            </a:solidFill>
          </a:ln>
        </p:spPr>
      </p:sp>
      <p:sp>
        <p:nvSpPr>
          <p:cNvPr id="35" name="">
            <a:extLst xmlns:a="http://schemas.openxmlformats.org/drawingml/2006/main">
              <a:ext uri="{FF2B5EF4-FFF2-40B4-BE49-F238E27FC236}">
                <a16:creationId xmlns:a16="http://schemas.microsoft.com/office/drawing/2014/main" id="{12A7F230-4ABF-4998-8063-6ADF6ADB3FD0}"/>
              </a:ext>
            </a:extLst>
          </p:cNvPr>
          <p:cNvSpPr>
            <a:spLocks xmlns:a="http://schemas.openxmlformats.org/drawingml/2006/main" noGrp="1"/>
          </p:cNvSpPr>
          <p:nvPr/>
        </p:nvSpPr>
        <p:spPr>
          <a:xfrm xmlns:a="http://schemas.openxmlformats.org/drawingml/2006/main">
            <a:off x="6848475" y="2000250"/>
            <a:ext cx="32385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A63646"/>
                </a:solidFill>
                <a:latin typeface="Arial"/>
                <a:ea typeface="Arial"/>
                <a:cs typeface="Arial"/>
              </a:defRPr>
            </a:pPr>
            <a:r>
              <a:rPr sz="2100" b="1">
                <a:solidFill>
                  <a:srgbClr val="A63646"/>
                </a:solidFill>
                <a:latin typeface="Arial"/>
                <a:ea typeface="Arial"/>
                <a:cs typeface="Arial"/>
              </a:rPr>
              <a:t>Manual staff gauge</a:t>
            </a:r>
          </a:p>
        </p:txBody>
      </p:sp>
      <p:sp>
        <p:nvSpPr>
          <p:cNvPr id="36" name="">
            <a:extLst xmlns:a="http://schemas.openxmlformats.org/drawingml/2006/main">
              <a:ext uri="{FF2B5EF4-FFF2-40B4-BE49-F238E27FC236}">
                <a16:creationId xmlns:a16="http://schemas.microsoft.com/office/drawing/2014/main" id="{56CD7A35-5BC3-4418-BB12-74BBCEEAC9AC}"/>
              </a:ext>
            </a:extLst>
          </p:cNvPr>
          <p:cNvSpPr>
            <a:spLocks xmlns:a="http://schemas.openxmlformats.org/drawingml/2006/main" noGrp="1"/>
          </p:cNvSpPr>
          <p:nvPr/>
        </p:nvSpPr>
        <p:spPr>
          <a:xfrm xmlns:a="http://schemas.openxmlformats.org/drawingml/2006/main">
            <a:off x="6848475" y="2447925"/>
            <a:ext cx="3238500"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Observer reads h(t)</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Same gauge zero?</a:t>
            </a:r>
          </a:p>
        </p:txBody>
      </p:sp>
      <p:sp>
        <p:nvSpPr>
          <p:cNvPr id="37" name="">
            <a:extLst xmlns:a="http://schemas.openxmlformats.org/drawingml/2006/main">
              <a:ext uri="{FF2B5EF4-FFF2-40B4-BE49-F238E27FC236}">
                <a16:creationId xmlns:a16="http://schemas.microsoft.com/office/drawing/2014/main" id="{7E90FFE8-409F-413C-9B13-2C4178C6B0DF}"/>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7562850" y="3190875"/>
                </a:moveTo>
                <a:lnTo>
                  <a:pt x="7562850" y="3352800"/>
                </a:lnTo>
              </a:path>
            </a:pathLst>
          </a:custGeom>
          <a:noFill xmlns:a="http://schemas.openxmlformats.org/drawingml/2006/main"/>
          <a:ln xmlns:a="http://schemas.openxmlformats.org/drawingml/2006/main" w="19050">
            <a:solidFill>
              <a:srgbClr val="A63646"/>
            </a:solidFill>
          </a:ln>
        </p:spPr>
      </p:sp>
      <p:sp>
        <p:nvSpPr>
          <p:cNvPr id="38" name="">
            <a:extLst xmlns:a="http://schemas.openxmlformats.org/drawingml/2006/main">
              <a:ext uri="{FF2B5EF4-FFF2-40B4-BE49-F238E27FC236}">
                <a16:creationId xmlns:a16="http://schemas.microsoft.com/office/drawing/2014/main" id="{F90046B2-69D6-48B4-BD47-02224EC52588}"/>
              </a:ext>
            </a:extLst>
          </p:cNvPr>
          <p:cNvSpPr>
            <a:spLocks xmlns:a="http://schemas.openxmlformats.org/drawingml/2006/main" noGrp="1"/>
          </p:cNvSpPr>
          <p:nvPr/>
        </p:nvSpPr>
        <p:spPr>
          <a:xfrm xmlns:a="http://schemas.openxmlformats.org/drawingml/2006/main">
            <a:off x="619125" y="6800850"/>
            <a:ext cx="3619500" cy="400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3747"/>
                </a:solidFill>
                <a:latin typeface="Arial"/>
                <a:ea typeface="Arial"/>
                <a:cs typeface="Arial"/>
              </a:defRPr>
            </a:pPr>
            <a:r>
              <a:rPr sz="2100" b="1">
                <a:solidFill>
                  <a:srgbClr val="173747"/>
                </a:solidFill>
                <a:latin typeface="Arial"/>
                <a:ea typeface="Arial"/>
                <a:cs typeface="Arial"/>
              </a:rPr>
              <a:t>Discharge gauging visit</a:t>
            </a:r>
          </a:p>
        </p:txBody>
      </p:sp>
      <p:sp>
        <p:nvSpPr>
          <p:cNvPr id="39" name="">
            <a:extLst xmlns:a="http://schemas.openxmlformats.org/drawingml/2006/main">
              <a:ext uri="{FF2B5EF4-FFF2-40B4-BE49-F238E27FC236}">
                <a16:creationId xmlns:a16="http://schemas.microsoft.com/office/drawing/2014/main" id="{534AD11F-4892-4762-A640-7D3FBE0D5290}"/>
              </a:ext>
            </a:extLst>
          </p:cNvPr>
          <p:cNvSpPr>
            <a:spLocks xmlns:a="http://schemas.openxmlformats.org/drawingml/2006/main" noGrp="1"/>
          </p:cNvSpPr>
          <p:nvPr/>
        </p:nvSpPr>
        <p:spPr>
          <a:xfrm xmlns:a="http://schemas.openxmlformats.org/drawingml/2006/main">
            <a:off x="619125" y="7248525"/>
            <a:ext cx="5857875" cy="6381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Velocity + area give Q (m³/s)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Paired h and Q support a rating table</a:t>
            </a:r>
          </a:p>
        </p:txBody>
      </p:sp>
      <p:sp>
        <p:nvSpPr>
          <p:cNvPr id="40" name="">
            <a:extLst xmlns:a="http://schemas.openxmlformats.org/drawingml/2006/main">
              <a:ext uri="{FF2B5EF4-FFF2-40B4-BE49-F238E27FC236}">
                <a16:creationId xmlns:a16="http://schemas.microsoft.com/office/drawing/2014/main" id="{E7E38469-7396-4993-86A4-6E24877304A8}"/>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4029075" y="5343525"/>
                </a:moveTo>
                <a:lnTo>
                  <a:pt x="4029075" y="6343650"/>
                </a:lnTo>
                <a:lnTo>
                  <a:pt x="2619375" y="6343650"/>
                </a:lnTo>
                <a:lnTo>
                  <a:pt x="2619375" y="6696075"/>
                </a:lnTo>
              </a:path>
            </a:pathLst>
          </a:custGeom>
          <a:noFill xmlns:a="http://schemas.openxmlformats.org/drawingml/2006/main"/>
          <a:ln xmlns:a="http://schemas.openxmlformats.org/drawingml/2006/main" w="19050">
            <a:solidFill>
              <a:srgbClr val="536B78"/>
            </a:solidFill>
          </a:ln>
        </p:spPr>
      </p:sp>
      <p:sp>
        <p:nvSpPr>
          <p:cNvPr id="41" name="">
            <a:extLst xmlns:a="http://schemas.openxmlformats.org/drawingml/2006/main">
              <a:ext uri="{FF2B5EF4-FFF2-40B4-BE49-F238E27FC236}">
                <a16:creationId xmlns:a16="http://schemas.microsoft.com/office/drawing/2014/main" id="{25A100CB-2886-4EDD-98CE-0CB9A73649EA}"/>
              </a:ext>
            </a:extLst>
          </p:cNvPr>
          <p:cNvSpPr>
            <a:spLocks xmlns:a="http://schemas.openxmlformats.org/drawingml/2006/main" noGrp="1"/>
          </p:cNvSpPr>
          <p:nvPr/>
        </p:nvSpPr>
        <p:spPr>
          <a:xfrm xmlns:a="http://schemas.openxmlformats.org/drawingml/2006/main">
            <a:off x="6334125" y="6991350"/>
            <a:ext cx="3905250" cy="733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A63646"/>
                </a:solidFill>
                <a:latin typeface="Arial"/>
                <a:ea typeface="Arial"/>
                <a:cs typeface="Arial"/>
              </a:defRPr>
            </a:pPr>
            <a:r>
              <a:rPr sz="2025" b="1">
                <a:solidFill>
                  <a:srgbClr val="A63646"/>
                </a:solidFill>
                <a:latin typeface="Arial"/>
                <a:ea typeface="Arial"/>
                <a:cs typeface="Arial"/>
              </a:rPr>
              <a:t>h + a valid rating table = estimated Q</a:t>
            </a:r>
          </a:p>
        </p:txBody>
      </p:sp>
      <p:sp>
        <p:nvSpPr>
          <p:cNvPr id="42" name="">
            <a:extLst xmlns:a="http://schemas.openxmlformats.org/drawingml/2006/main">
              <a:ext uri="{FF2B5EF4-FFF2-40B4-BE49-F238E27FC236}">
                <a16:creationId xmlns:a16="http://schemas.microsoft.com/office/drawing/2014/main" id="{001173D4-DAD8-408A-9518-C01EC3761A9D}"/>
              </a:ext>
            </a:extLst>
          </p:cNvPr>
          <p:cNvSpPr>
            <a:spLocks xmlns:a="http://schemas.openxmlformats.org/drawingml/2006/main" noGrp="1"/>
          </p:cNvSpPr>
          <p:nvPr/>
        </p:nvSpPr>
        <p:spPr>
          <a:xfrm xmlns:a="http://schemas.openxmlformats.org/drawingml/2006/main">
            <a:off x="10572750" y="1857375"/>
            <a:ext cx="409575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28B95"/>
            </a:solidFill>
          </a:ln>
        </p:spPr>
      </p:sp>
      <p:sp>
        <p:nvSpPr>
          <p:cNvPr id="43" name="">
            <a:extLst xmlns:a="http://schemas.openxmlformats.org/drawingml/2006/main">
              <a:ext uri="{FF2B5EF4-FFF2-40B4-BE49-F238E27FC236}">
                <a16:creationId xmlns:a16="http://schemas.microsoft.com/office/drawing/2014/main" id="{19952F25-AB6F-4ADC-A30F-0B10B24E5FBA}"/>
              </a:ext>
            </a:extLst>
          </p:cNvPr>
          <p:cNvSpPr>
            <a:spLocks xmlns:a="http://schemas.openxmlformats.org/drawingml/2006/main" noGrp="1"/>
          </p:cNvSpPr>
          <p:nvPr/>
        </p:nvSpPr>
        <p:spPr>
          <a:xfrm xmlns:a="http://schemas.openxmlformats.org/drawingml/2006/main">
            <a:off x="10763250" y="2009775"/>
            <a:ext cx="3714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28B95"/>
                </a:solidFill>
                <a:latin typeface="Arial"/>
                <a:ea typeface="Arial"/>
                <a:cs typeface="Arial"/>
              </a:defRPr>
            </a:pPr>
            <a:r>
              <a:rPr sz="2100" b="1">
                <a:solidFill>
                  <a:srgbClr val="128B95"/>
                </a:solidFill>
                <a:latin typeface="Arial"/>
                <a:ea typeface="Arial"/>
                <a:cs typeface="Arial"/>
              </a:rPr>
              <a:t>Telemetry database / API</a:t>
            </a:r>
          </a:p>
        </p:txBody>
      </p:sp>
      <p:sp>
        <p:nvSpPr>
          <p:cNvPr id="44" name="">
            <a:extLst xmlns:a="http://schemas.openxmlformats.org/drawingml/2006/main">
              <a:ext uri="{FF2B5EF4-FFF2-40B4-BE49-F238E27FC236}">
                <a16:creationId xmlns:a16="http://schemas.microsoft.com/office/drawing/2014/main" id="{E36B4F52-CC8D-4FA8-B70C-78D668DBBECD}"/>
              </a:ext>
            </a:extLst>
          </p:cNvPr>
          <p:cNvSpPr>
            <a:spLocks xmlns:a="http://schemas.openxmlformats.org/drawingml/2006/main" noGrp="1"/>
          </p:cNvSpPr>
          <p:nvPr/>
        </p:nvSpPr>
        <p:spPr>
          <a:xfrm xmlns:a="http://schemas.openxmlformats.org/drawingml/2006/main">
            <a:off x="10763250" y="2428875"/>
            <a:ext cx="3714750" cy="8572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Water levels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River Watch and warning checks</a:t>
            </a:r>
          </a:p>
        </p:txBody>
      </p:sp>
      <p:sp>
        <p:nvSpPr>
          <p:cNvPr id="45" name="">
            <a:extLst xmlns:a="http://schemas.openxmlformats.org/drawingml/2006/main">
              <a:ext uri="{FF2B5EF4-FFF2-40B4-BE49-F238E27FC236}">
                <a16:creationId xmlns:a16="http://schemas.microsoft.com/office/drawing/2014/main" id="{13CD5BF7-BC1B-41D5-B512-090103913373}"/>
              </a:ext>
            </a:extLst>
          </p:cNvPr>
          <p:cNvSpPr>
            <a:spLocks xmlns:a="http://schemas.openxmlformats.org/drawingml/2006/main" noGrp="1"/>
          </p:cNvSpPr>
          <p:nvPr/>
        </p:nvSpPr>
        <p:spPr>
          <a:xfrm xmlns:a="http://schemas.openxmlformats.org/drawingml/2006/main">
            <a:off x="10572750" y="3867150"/>
            <a:ext cx="4095750"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A63646"/>
            </a:solidFill>
          </a:ln>
        </p:spPr>
      </p:sp>
      <p:sp>
        <p:nvSpPr>
          <p:cNvPr id="46" name="">
            <a:extLst xmlns:a="http://schemas.openxmlformats.org/drawingml/2006/main">
              <a:ext uri="{FF2B5EF4-FFF2-40B4-BE49-F238E27FC236}">
                <a16:creationId xmlns:a16="http://schemas.microsoft.com/office/drawing/2014/main" id="{69E3B08D-8F49-4E7B-A589-0DD0B5D02CCB}"/>
              </a:ext>
            </a:extLst>
          </p:cNvPr>
          <p:cNvSpPr>
            <a:spLocks xmlns:a="http://schemas.openxmlformats.org/drawingml/2006/main" noGrp="1"/>
          </p:cNvSpPr>
          <p:nvPr/>
        </p:nvSpPr>
        <p:spPr>
          <a:xfrm xmlns:a="http://schemas.openxmlformats.org/drawingml/2006/main">
            <a:off x="10763250" y="4019550"/>
            <a:ext cx="3714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A63646"/>
                </a:solidFill>
                <a:latin typeface="Arial"/>
                <a:ea typeface="Arial"/>
                <a:cs typeface="Arial"/>
              </a:defRPr>
            </a:pPr>
            <a:r>
              <a:rPr sz="2100" b="1">
                <a:solidFill>
                  <a:srgbClr val="A63646"/>
                </a:solidFill>
                <a:latin typeface="Arial"/>
                <a:ea typeface="Arial"/>
                <a:cs typeface="Arial"/>
              </a:rPr>
              <a:t>Manual records: where?</a:t>
            </a:r>
          </a:p>
        </p:txBody>
      </p:sp>
      <p:sp>
        <p:nvSpPr>
          <p:cNvPr id="47" name="">
            <a:extLst xmlns:a="http://schemas.openxmlformats.org/drawingml/2006/main">
              <a:ext uri="{FF2B5EF4-FFF2-40B4-BE49-F238E27FC236}">
                <a16:creationId xmlns:a16="http://schemas.microsoft.com/office/drawing/2014/main" id="{59C6F631-7747-4038-9909-A210CB24C963}"/>
              </a:ext>
            </a:extLst>
          </p:cNvPr>
          <p:cNvSpPr>
            <a:spLocks xmlns:a="http://schemas.openxmlformats.org/drawingml/2006/main" noGrp="1"/>
          </p:cNvSpPr>
          <p:nvPr/>
        </p:nvSpPr>
        <p:spPr>
          <a:xfrm xmlns:a="http://schemas.openxmlformats.org/drawingml/2006/main">
            <a:off x="10763250" y="4438650"/>
            <a:ext cx="3714750" cy="10287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Observer log / regional office / HQ?</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Entry time and transfer lag?</a:t>
            </a:r>
          </a:p>
        </p:txBody>
      </p:sp>
      <p:sp>
        <p:nvSpPr>
          <p:cNvPr id="48" name="">
            <a:extLst xmlns:a="http://schemas.openxmlformats.org/drawingml/2006/main">
              <a:ext uri="{FF2B5EF4-FFF2-40B4-BE49-F238E27FC236}">
                <a16:creationId xmlns:a16="http://schemas.microsoft.com/office/drawing/2014/main" id="{BFA3B646-4235-4C93-8B43-565D7E733A70}"/>
              </a:ext>
            </a:extLst>
          </p:cNvPr>
          <p:cNvSpPr>
            <a:spLocks xmlns:a="http://schemas.openxmlformats.org/drawingml/2006/main" noGrp="1"/>
          </p:cNvSpPr>
          <p:nvPr/>
        </p:nvSpPr>
        <p:spPr>
          <a:xfrm xmlns:a="http://schemas.openxmlformats.org/drawingml/2006/main">
            <a:off x="10572750" y="6057900"/>
            <a:ext cx="4095750" cy="1466850"/>
          </a:xfrm>
          <a:prstGeom xmlns:a="http://schemas.openxmlformats.org/drawingml/2006/main" prst="rect">
            <a:avLst/>
          </a:prstGeom>
          <a:solidFill xmlns:a="http://schemas.openxmlformats.org/drawingml/2006/main">
            <a:srgbClr val="FFFFFF"/>
          </a:solidFill>
          <a:ln xmlns:a="http://schemas.openxmlformats.org/drawingml/2006/main" w="19050">
            <a:solidFill>
              <a:srgbClr val="536B78"/>
            </a:solidFill>
          </a:ln>
        </p:spPr>
      </p:sp>
      <p:sp>
        <p:nvSpPr>
          <p:cNvPr id="49" name="">
            <a:extLst xmlns:a="http://schemas.openxmlformats.org/drawingml/2006/main">
              <a:ext uri="{FF2B5EF4-FFF2-40B4-BE49-F238E27FC236}">
                <a16:creationId xmlns:a16="http://schemas.microsoft.com/office/drawing/2014/main" id="{08A79750-0B70-4809-862D-5A80522896D7}"/>
              </a:ext>
            </a:extLst>
          </p:cNvPr>
          <p:cNvSpPr>
            <a:spLocks xmlns:a="http://schemas.openxmlformats.org/drawingml/2006/main" noGrp="1"/>
          </p:cNvSpPr>
          <p:nvPr/>
        </p:nvSpPr>
        <p:spPr>
          <a:xfrm xmlns:a="http://schemas.openxmlformats.org/drawingml/2006/main">
            <a:off x="10763250" y="6210300"/>
            <a:ext cx="3714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536B78"/>
                </a:solidFill>
                <a:latin typeface="Arial"/>
                <a:ea typeface="Arial"/>
                <a:cs typeface="Arial"/>
              </a:defRPr>
            </a:pPr>
            <a:r>
              <a:rPr sz="2100" b="1">
                <a:solidFill>
                  <a:srgbClr val="536B78"/>
                </a:solidFill>
                <a:latin typeface="Arial"/>
                <a:ea typeface="Arial"/>
                <a:cs typeface="Arial"/>
              </a:rPr>
              <a:t>Hydrological archive</a:t>
            </a:r>
          </a:p>
        </p:txBody>
      </p:sp>
      <p:sp>
        <p:nvSpPr>
          <p:cNvPr id="50" name="">
            <a:extLst xmlns:a="http://schemas.openxmlformats.org/drawingml/2006/main">
              <a:ext uri="{FF2B5EF4-FFF2-40B4-BE49-F238E27FC236}">
                <a16:creationId xmlns:a16="http://schemas.microsoft.com/office/drawing/2014/main" id="{8C06646E-8C39-4F64-9055-E6C56DE713BC}"/>
              </a:ext>
            </a:extLst>
          </p:cNvPr>
          <p:cNvSpPr>
            <a:spLocks xmlns:a="http://schemas.openxmlformats.org/drawingml/2006/main" noGrp="1"/>
          </p:cNvSpPr>
          <p:nvPr/>
        </p:nvSpPr>
        <p:spPr>
          <a:xfrm xmlns:a="http://schemas.openxmlformats.org/drawingml/2006/main">
            <a:off x="10763250" y="6629400"/>
            <a:ext cx="3714750" cy="8477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Gaugings and rating versions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Historical discharge publication</a:t>
            </a:r>
          </a:p>
        </p:txBody>
      </p:sp>
      <p:sp>
        <p:nvSpPr>
          <p:cNvPr id="51" name="">
            <a:extLst xmlns:a="http://schemas.openxmlformats.org/drawingml/2006/main">
              <a:ext uri="{FF2B5EF4-FFF2-40B4-BE49-F238E27FC236}">
                <a16:creationId xmlns:a16="http://schemas.microsoft.com/office/drawing/2014/main" id="{BEA66D4C-198E-4F39-8453-1F7FB85C8633}"/>
              </a:ext>
            </a:extLst>
          </p:cNvPr>
          <p:cNvSpPr>
            <a:spLocks xmlns:a="http://schemas.openxmlformats.org/drawingml/2006/main" noGrp="1"/>
          </p:cNvSpPr>
          <p:nvPr/>
        </p:nvSpPr>
        <p:spPr>
          <a:xfrm xmlns:a="http://schemas.openxmlformats.org/drawingml/2006/main">
            <a:off x="9334500" y="2667000"/>
            <a:ext cx="1057275" cy="953"/>
          </a:xfrm>
          <a:prstGeom xmlns:a="http://schemas.openxmlformats.org/drawingml/2006/main" prst="line">
            <a:avLst/>
          </a:prstGeom>
          <a:noFill xmlns:a="http://schemas.openxmlformats.org/drawingml/2006/main"/>
          <a:ln xmlns:a="http://schemas.openxmlformats.org/drawingml/2006/main" w="28575">
            <a:solidFill>
              <a:srgbClr val="128B95"/>
            </a:solidFill>
          </a:ln>
        </p:spPr>
      </p:sp>
      <p:sp>
        <p:nvSpPr>
          <p:cNvPr id="52" name="">
            <a:extLst xmlns:a="http://schemas.openxmlformats.org/drawingml/2006/main">
              <a:ext uri="{FF2B5EF4-FFF2-40B4-BE49-F238E27FC236}">
                <a16:creationId xmlns:a16="http://schemas.microsoft.com/office/drawing/2014/main" id="{4B6E90E0-CF5E-4C86-B99D-499EB919F5F1}"/>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0391775" y="2667000"/>
                </a:moveTo>
                <a:lnTo>
                  <a:pt x="10287000" y="2609850"/>
                </a:lnTo>
                <a:lnTo>
                  <a:pt x="10287000" y="2724150"/>
                </a:lnTo>
                <a:close/>
              </a:path>
            </a:pathLst>
          </a:custGeom>
          <a:solidFill xmlns:a="http://schemas.openxmlformats.org/drawingml/2006/main">
            <a:srgbClr val="128B95"/>
          </a:solidFill>
          <a:ln xmlns:a="http://schemas.openxmlformats.org/drawingml/2006/main" w="9525">
            <a:solidFill>
              <a:srgbClr val="128B95"/>
            </a:solidFill>
          </a:ln>
        </p:spPr>
      </p:sp>
      <p:sp>
        <p:nvSpPr>
          <p:cNvPr id="53" name="">
            <a:extLst xmlns:a="http://schemas.openxmlformats.org/drawingml/2006/main">
              <a:ext uri="{FF2B5EF4-FFF2-40B4-BE49-F238E27FC236}">
                <a16:creationId xmlns:a16="http://schemas.microsoft.com/office/drawing/2014/main" id="{A58FB2D0-722A-46A8-BCBE-F6075EA7D7AC}"/>
              </a:ext>
            </a:extLst>
          </p:cNvPr>
          <p:cNvSpPr>
            <a:spLocks xmlns:a="http://schemas.openxmlformats.org/drawingml/2006/main" noGrp="1"/>
          </p:cNvSpPr>
          <p:nvPr/>
        </p:nvSpPr>
        <p:spPr>
          <a:xfrm xmlns:a="http://schemas.openxmlformats.org/drawingml/2006/main">
            <a:off x="9191625" y="2371725"/>
            <a:ext cx="1238250" cy="2667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128B95"/>
                </a:solidFill>
                <a:latin typeface="Arial"/>
                <a:ea typeface="Arial"/>
                <a:cs typeface="Arial"/>
              </a:defRPr>
            </a:pPr>
            <a:r>
              <a:rPr sz="1425" b="0">
                <a:solidFill>
                  <a:srgbClr val="128B95"/>
                </a:solidFill>
                <a:latin typeface="Arial"/>
                <a:ea typeface="Arial"/>
                <a:cs typeface="Arial"/>
              </a:rPr>
              <a:t>telemetry</a:t>
            </a:r>
          </a:p>
        </p:txBody>
      </p:sp>
      <p:sp>
        <p:nvSpPr>
          <p:cNvPr id="54" name="">
            <a:extLst xmlns:a="http://schemas.openxmlformats.org/drawingml/2006/main">
              <a:ext uri="{FF2B5EF4-FFF2-40B4-BE49-F238E27FC236}">
                <a16:creationId xmlns:a16="http://schemas.microsoft.com/office/drawing/2014/main" id="{403FFDFD-8BD6-4FD5-95BA-768F4D667E94}"/>
              </a:ext>
            </a:extLst>
          </p:cNvPr>
          <p:cNvSpPr>
            <a:spLocks xmlns:a="http://schemas.openxmlformats.org/drawingml/2006/main" noGrp="1"/>
          </p:cNvSpPr>
          <p:nvPr/>
        </p:nvSpPr>
        <p:spPr>
          <a:xfrm xmlns:a="http://schemas.openxmlformats.org/drawingml/2006/main">
            <a:off x="9591675" y="4667250"/>
            <a:ext cx="800100" cy="953"/>
          </a:xfrm>
          <a:prstGeom xmlns:a="http://schemas.openxmlformats.org/drawingml/2006/main" prst="line">
            <a:avLst/>
          </a:prstGeom>
          <a:noFill xmlns:a="http://schemas.openxmlformats.org/drawingml/2006/main"/>
          <a:ln xmlns:a="http://schemas.openxmlformats.org/drawingml/2006/main" w="28575">
            <a:solidFill>
              <a:srgbClr val="A63646"/>
            </a:solidFill>
          </a:ln>
        </p:spPr>
      </p:sp>
      <p:sp>
        <p:nvSpPr>
          <p:cNvPr id="55" name="">
            <a:extLst xmlns:a="http://schemas.openxmlformats.org/drawingml/2006/main">
              <a:ext uri="{FF2B5EF4-FFF2-40B4-BE49-F238E27FC236}">
                <a16:creationId xmlns:a16="http://schemas.microsoft.com/office/drawing/2014/main" id="{5BA97626-6D03-41EF-8500-F646CB2E0EDB}"/>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0391775" y="4667250"/>
                </a:moveTo>
                <a:lnTo>
                  <a:pt x="10287000" y="4610100"/>
                </a:lnTo>
                <a:lnTo>
                  <a:pt x="10287000" y="4724400"/>
                </a:lnTo>
                <a:close/>
              </a:path>
            </a:pathLst>
          </a:custGeom>
          <a:solidFill xmlns:a="http://schemas.openxmlformats.org/drawingml/2006/main">
            <a:srgbClr val="A63646"/>
          </a:solidFill>
          <a:ln xmlns:a="http://schemas.openxmlformats.org/drawingml/2006/main" w="9525">
            <a:solidFill>
              <a:srgbClr val="A63646"/>
            </a:solidFill>
          </a:ln>
        </p:spPr>
      </p:sp>
      <p:sp>
        <p:nvSpPr>
          <p:cNvPr id="56" name="">
            <a:extLst xmlns:a="http://schemas.openxmlformats.org/drawingml/2006/main">
              <a:ext uri="{FF2B5EF4-FFF2-40B4-BE49-F238E27FC236}">
                <a16:creationId xmlns:a16="http://schemas.microsoft.com/office/drawing/2014/main" id="{3681860D-D36C-4B1D-B07C-9C777931B289}"/>
              </a:ext>
            </a:extLst>
          </p:cNvPr>
          <p:cNvSpPr>
            <a:spLocks xmlns:a="http://schemas.openxmlformats.org/drawingml/2006/main" noGrp="1"/>
          </p:cNvSpPr>
          <p:nvPr/>
        </p:nvSpPr>
        <p:spPr>
          <a:xfrm xmlns:a="http://schemas.openxmlformats.org/drawingml/2006/main">
            <a:off x="9210675" y="4371975"/>
            <a:ext cx="1295400" cy="2667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A63646"/>
                </a:solidFill>
                <a:latin typeface="Arial"/>
                <a:ea typeface="Arial"/>
                <a:cs typeface="Arial"/>
              </a:defRPr>
            </a:pPr>
            <a:r>
              <a:rPr sz="1425" b="0">
                <a:solidFill>
                  <a:srgbClr val="A63646"/>
                </a:solidFill>
                <a:latin typeface="Arial"/>
                <a:ea typeface="Arial"/>
                <a:cs typeface="Arial"/>
              </a:rPr>
              <a:t>reporting?</a:t>
            </a:r>
          </a:p>
        </p:txBody>
      </p:sp>
      <p:sp>
        <p:nvSpPr>
          <p:cNvPr id="57" name="">
            <a:extLst xmlns:a="http://schemas.openxmlformats.org/drawingml/2006/main">
              <a:ext uri="{FF2B5EF4-FFF2-40B4-BE49-F238E27FC236}">
                <a16:creationId xmlns:a16="http://schemas.microsoft.com/office/drawing/2014/main" id="{EAF26E07-4981-4C27-A476-E9EB92EB87F3}"/>
              </a:ext>
            </a:extLst>
          </p:cNvPr>
          <p:cNvSpPr>
            <a:spLocks xmlns:a="http://schemas.openxmlformats.org/drawingml/2006/main" noGrp="1"/>
          </p:cNvSpPr>
          <p:nvPr/>
        </p:nvSpPr>
        <p:spPr>
          <a:xfrm xmlns:a="http://schemas.openxmlformats.org/drawingml/2006/main">
            <a:off x="10572750" y="5638800"/>
            <a:ext cx="41910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A63646"/>
                </a:solidFill>
                <a:latin typeface="Arial"/>
                <a:ea typeface="Arial"/>
                <a:cs typeface="Arial"/>
              </a:defRPr>
            </a:pPr>
            <a:r>
              <a:rPr sz="1725" b="1">
                <a:solidFill>
                  <a:srgbClr val="A63646"/>
                </a:solidFill>
                <a:latin typeface="Arial"/>
                <a:ea typeface="Arial"/>
                <a:cs typeface="Arial"/>
              </a:rPr>
              <a:t>Same database?  API access?  Lag?</a:t>
            </a:r>
          </a:p>
        </p:txBody>
      </p:sp>
    </p:spTree>
    <p:extLst>
      <p:ext uri="{BB962C8B-B14F-4D97-AF65-F5344CB8AC3E}">
        <p14:creationId xmlns:p14="http://schemas.microsoft.com/office/powerpoint/2010/main" val="570996176"/>
      </p:ext>
    </p:extLst>
  </p:cSld>
</p:sld>
</file>

<file path=ppt/slides/slide3.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8288CFF-182B-47FC-9C8C-91C267458685}"/>
              </a:ext>
            </a:extLst>
          </p:cNvPr>
          <p:cNvSpPr>
            <a:spLocks xmlns:a="http://schemas.openxmlformats.org/drawingml/2006/main" noGrp="1"/>
          </p:cNvSpPr>
          <p:nvPr/>
        </p:nvSpPr>
        <p:spPr>
          <a:xfrm xmlns:a="http://schemas.openxmlformats.org/drawingml/2006/main">
            <a:off x="571500" y="381000"/>
            <a:ext cx="14097000" cy="6191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173747"/>
                </a:solidFill>
                <a:latin typeface="Arial"/>
                <a:ea typeface="Arial"/>
                <a:cs typeface="Arial"/>
              </a:defRPr>
            </a:pPr>
            <a:r>
              <a:rPr sz="3450" b="1">
                <a:solidFill>
                  <a:srgbClr val="173747"/>
                </a:solidFill>
                <a:latin typeface="Arial"/>
                <a:ea typeface="Arial"/>
                <a:cs typeface="Arial"/>
              </a:rPr>
              <a:t>Historical inputs and the missing operational feed</a:t>
            </a:r>
          </a:p>
        </p:txBody>
      </p:sp>
      <p:sp>
        <p:nvSpPr>
          <p:cNvPr id="2" name="">
            <a:extLst xmlns:a="http://schemas.openxmlformats.org/drawingml/2006/main">
              <a:ext uri="{FF2B5EF4-FFF2-40B4-BE49-F238E27FC236}">
                <a16:creationId xmlns:a16="http://schemas.microsoft.com/office/drawing/2014/main" id="{CDA2911D-7BA2-451E-88F0-3B2A4F59031C}"/>
              </a:ext>
            </a:extLst>
          </p:cNvPr>
          <p:cNvSpPr>
            <a:spLocks xmlns:a="http://schemas.openxmlformats.org/drawingml/2006/main" noGrp="1"/>
          </p:cNvSpPr>
          <p:nvPr/>
        </p:nvSpPr>
        <p:spPr>
          <a:xfrm xmlns:a="http://schemas.openxmlformats.org/drawingml/2006/main">
            <a:off x="571500" y="8143875"/>
            <a:ext cx="11430000" cy="2476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36B78"/>
                </a:solidFill>
                <a:latin typeface="Arial"/>
                <a:ea typeface="Arial"/>
                <a:cs typeface="Arial"/>
              </a:defRPr>
            </a:pPr>
            <a:r>
              <a:rPr sz="1425" b="0">
                <a:solidFill>
                  <a:srgbClr val="536B78"/>
                </a:solidFill>
                <a:latin typeface="Arial"/>
                <a:ea typeface="Arial"/>
                <a:cs typeface="Arial"/>
              </a:rPr>
              <a:t>DHM discussion draft · 21 September 2026</a:t>
            </a:r>
          </a:p>
        </p:txBody>
      </p:sp>
      <p:sp>
        <p:nvSpPr>
          <p:cNvPr id="3" name="">
            <a:extLst xmlns:a="http://schemas.openxmlformats.org/drawingml/2006/main">
              <a:ext uri="{FF2B5EF4-FFF2-40B4-BE49-F238E27FC236}">
                <a16:creationId xmlns:a16="http://schemas.microsoft.com/office/drawing/2014/main" id="{02F878C0-D0D7-4364-AE26-869C18C795E0}"/>
              </a:ext>
            </a:extLst>
          </p:cNvPr>
          <p:cNvSpPr>
            <a:spLocks xmlns:a="http://schemas.openxmlformats.org/drawingml/2006/main" noGrp="1"/>
          </p:cNvSpPr>
          <p:nvPr/>
        </p:nvSpPr>
        <p:spPr>
          <a:xfrm xmlns:a="http://schemas.openxmlformats.org/drawingml/2006/main">
            <a:off x="14001750" y="8115300"/>
            <a:ext cx="571500"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36B78"/>
                </a:solidFill>
                <a:latin typeface="Arial"/>
                <a:ea typeface="Arial"/>
                <a:cs typeface="Arial"/>
              </a:defRPr>
            </a:pPr>
            <a:r>
              <a:rPr sz="1650" b="0">
                <a:solidFill>
                  <a:srgbClr val="536B7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111E530-9A34-4EEF-8F0D-88B53825A4E3}"/>
              </a:ext>
            </a:extLst>
          </p:cNvPr>
          <p:cNvSpPr>
            <a:spLocks xmlns:a="http://schemas.openxmlformats.org/drawingml/2006/main" noGrp="1"/>
          </p:cNvSpPr>
          <p:nvPr/>
        </p:nvSpPr>
        <p:spPr>
          <a:xfrm xmlns:a="http://schemas.openxmlformats.org/drawingml/2006/main">
            <a:off x="571500" y="1276350"/>
            <a:ext cx="5048250" cy="361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28B95"/>
                </a:solidFill>
                <a:latin typeface="Arial"/>
                <a:ea typeface="Arial"/>
                <a:cs typeface="Arial"/>
              </a:defRPr>
            </a:pPr>
            <a:r>
              <a:rPr sz="1950" b="1">
                <a:solidFill>
                  <a:srgbClr val="128B95"/>
                </a:solidFill>
                <a:latin typeface="Arial"/>
                <a:ea typeface="Arial"/>
                <a:cs typeface="Arial"/>
              </a:rPr>
              <a:t>HISTORICAL FILES</a:t>
            </a:r>
          </a:p>
        </p:txBody>
      </p:sp>
      <p:sp>
        <p:nvSpPr>
          <p:cNvPr id="5" name="">
            <a:extLst xmlns:a="http://schemas.openxmlformats.org/drawingml/2006/main">
              <a:ext uri="{FF2B5EF4-FFF2-40B4-BE49-F238E27FC236}">
                <a16:creationId xmlns:a16="http://schemas.microsoft.com/office/drawing/2014/main" id="{C86400B0-9A9D-4989-AEDB-C347EE1F12A4}"/>
              </a:ext>
            </a:extLst>
          </p:cNvPr>
          <p:cNvSpPr>
            <a:spLocks xmlns:a="http://schemas.openxmlformats.org/drawingml/2006/main" noGrp="1"/>
          </p:cNvSpPr>
          <p:nvPr/>
        </p:nvSpPr>
        <p:spPr>
          <a:xfrm xmlns:a="http://schemas.openxmlformats.org/drawingml/2006/main">
            <a:off x="571500" y="1790700"/>
            <a:ext cx="4857750" cy="1685925"/>
          </a:xfrm>
          <a:prstGeom xmlns:a="http://schemas.openxmlformats.org/drawingml/2006/main" prst="rect">
            <a:avLst/>
          </a:prstGeom>
          <a:solidFill xmlns:a="http://schemas.openxmlformats.org/drawingml/2006/main">
            <a:srgbClr val="FFFFFF"/>
          </a:solidFill>
          <a:ln xmlns:a="http://schemas.openxmlformats.org/drawingml/2006/main" w="19050">
            <a:solidFill>
              <a:srgbClr val="128B95"/>
            </a:solidFill>
          </a:ln>
        </p:spPr>
      </p:sp>
      <p:sp>
        <p:nvSpPr>
          <p:cNvPr id="6" name="">
            <a:extLst xmlns:a="http://schemas.openxmlformats.org/drawingml/2006/main">
              <a:ext uri="{FF2B5EF4-FFF2-40B4-BE49-F238E27FC236}">
                <a16:creationId xmlns:a16="http://schemas.microsoft.com/office/drawing/2014/main" id="{F30846DA-0C5F-4D5A-9E70-287AB8DA6B95}"/>
              </a:ext>
            </a:extLst>
          </p:cNvPr>
          <p:cNvSpPr>
            <a:spLocks xmlns:a="http://schemas.openxmlformats.org/drawingml/2006/main" noGrp="1"/>
          </p:cNvSpPr>
          <p:nvPr/>
        </p:nvSpPr>
        <p:spPr>
          <a:xfrm xmlns:a="http://schemas.openxmlformats.org/drawingml/2006/main">
            <a:off x="762000" y="1943100"/>
            <a:ext cx="4476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28B95"/>
                </a:solidFill>
                <a:latin typeface="Arial"/>
                <a:ea typeface="Arial"/>
                <a:cs typeface="Arial"/>
              </a:defRPr>
            </a:pPr>
            <a:r>
              <a:rPr sz="2100" b="1">
                <a:solidFill>
                  <a:srgbClr val="128B95"/>
                </a:solidFill>
                <a:latin typeface="Arial"/>
                <a:ea typeface="Arial"/>
                <a:cs typeface="Arial"/>
              </a:rPr>
              <a:t>DHM discharge delivery</a:t>
            </a:r>
          </a:p>
        </p:txBody>
      </p:sp>
      <p:sp>
        <p:nvSpPr>
          <p:cNvPr id="7" name="">
            <a:extLst xmlns:a="http://schemas.openxmlformats.org/drawingml/2006/main">
              <a:ext uri="{FF2B5EF4-FFF2-40B4-BE49-F238E27FC236}">
                <a16:creationId xmlns:a16="http://schemas.microsoft.com/office/drawing/2014/main" id="{CE9582C0-4455-4E1C-823E-BF0040D7989F}"/>
              </a:ext>
            </a:extLst>
          </p:cNvPr>
          <p:cNvSpPr>
            <a:spLocks xmlns:a="http://schemas.openxmlformats.org/drawingml/2006/main" noGrp="1"/>
          </p:cNvSpPr>
          <p:nvPr/>
        </p:nvSpPr>
        <p:spPr>
          <a:xfrm xmlns:a="http://schemas.openxmlformats.org/drawingml/2006/main">
            <a:off x="762000" y="2362200"/>
            <a:ext cx="4476750" cy="1066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DFL_447.txt … DFL_684.txt</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Comma-separated daily Q records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Six stations, with historical RT files</a:t>
            </a:r>
          </a:p>
        </p:txBody>
      </p:sp>
      <p:sp>
        <p:nvSpPr>
          <p:cNvPr id="8" name="">
            <a:extLst xmlns:a="http://schemas.openxmlformats.org/drawingml/2006/main">
              <a:ext uri="{FF2B5EF4-FFF2-40B4-BE49-F238E27FC236}">
                <a16:creationId xmlns:a16="http://schemas.microsoft.com/office/drawing/2014/main" id="{FF4C81E8-CAAA-4BA5-8439-6550FB071FA9}"/>
              </a:ext>
            </a:extLst>
          </p:cNvPr>
          <p:cNvSpPr>
            <a:spLocks xmlns:a="http://schemas.openxmlformats.org/drawingml/2006/main" noGrp="1"/>
          </p:cNvSpPr>
          <p:nvPr/>
        </p:nvSpPr>
        <p:spPr>
          <a:xfrm xmlns:a="http://schemas.openxmlformats.org/drawingml/2006/main">
            <a:off x="571500" y="3705225"/>
            <a:ext cx="4857750" cy="1295400"/>
          </a:xfrm>
          <a:prstGeom xmlns:a="http://schemas.openxmlformats.org/drawingml/2006/main" prst="rect">
            <a:avLst/>
          </a:prstGeom>
          <a:solidFill xmlns:a="http://schemas.openxmlformats.org/drawingml/2006/main">
            <a:srgbClr val="FFFFFF"/>
          </a:solidFill>
          <a:ln xmlns:a="http://schemas.openxmlformats.org/drawingml/2006/main" w="19050">
            <a:solidFill>
              <a:srgbClr val="128B95"/>
            </a:solidFill>
          </a:ln>
        </p:spPr>
      </p:sp>
      <p:sp>
        <p:nvSpPr>
          <p:cNvPr id="9" name="">
            <a:extLst xmlns:a="http://schemas.openxmlformats.org/drawingml/2006/main">
              <a:ext uri="{FF2B5EF4-FFF2-40B4-BE49-F238E27FC236}">
                <a16:creationId xmlns:a16="http://schemas.microsoft.com/office/drawing/2014/main" id="{3FED01BC-FC6A-4CFF-954E-6DE13DDDB08A}"/>
              </a:ext>
            </a:extLst>
          </p:cNvPr>
          <p:cNvSpPr>
            <a:spLocks xmlns:a="http://schemas.openxmlformats.org/drawingml/2006/main" noGrp="1"/>
          </p:cNvSpPr>
          <p:nvPr/>
        </p:nvSpPr>
        <p:spPr>
          <a:xfrm xmlns:a="http://schemas.openxmlformats.org/drawingml/2006/main">
            <a:off x="762000" y="3857625"/>
            <a:ext cx="4476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28B95"/>
                </a:solidFill>
                <a:latin typeface="Arial"/>
                <a:ea typeface="Arial"/>
                <a:cs typeface="Arial"/>
              </a:defRPr>
            </a:pPr>
            <a:r>
              <a:rPr sz="2100" b="1">
                <a:solidFill>
                  <a:srgbClr val="128B95"/>
                </a:solidFill>
                <a:latin typeface="Arial"/>
                <a:ea typeface="Arial"/>
                <a:cs typeface="Arial"/>
              </a:rPr>
              <a:t>Dudh Koshi water-level CSV</a:t>
            </a:r>
          </a:p>
        </p:txBody>
      </p:sp>
      <p:sp>
        <p:nvSpPr>
          <p:cNvPr id="10" name="">
            <a:extLst xmlns:a="http://schemas.openxmlformats.org/drawingml/2006/main">
              <a:ext uri="{FF2B5EF4-FFF2-40B4-BE49-F238E27FC236}">
                <a16:creationId xmlns:a16="http://schemas.microsoft.com/office/drawing/2014/main" id="{C1273859-3DCE-4D85-9404-4CFBA93FE152}"/>
              </a:ext>
            </a:extLst>
          </p:cNvPr>
          <p:cNvSpPr>
            <a:spLocks xmlns:a="http://schemas.openxmlformats.org/drawingml/2006/main" noGrp="1"/>
          </p:cNvSpPr>
          <p:nvPr/>
        </p:nvSpPr>
        <p:spPr>
          <a:xfrm xmlns:a="http://schemas.openxmlformats.org/drawingml/2006/main">
            <a:off x="762000" y="4276725"/>
            <a:ext cx="4476750" cy="6762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Water Level Inst … 2025-11-21.csv</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Columns: dateTime (NPT), value (m)</a:t>
            </a:r>
          </a:p>
        </p:txBody>
      </p:sp>
      <p:sp>
        <p:nvSpPr>
          <p:cNvPr id="11" name="">
            <a:extLst xmlns:a="http://schemas.openxmlformats.org/drawingml/2006/main">
              <a:ext uri="{FF2B5EF4-FFF2-40B4-BE49-F238E27FC236}">
                <a16:creationId xmlns:a16="http://schemas.microsoft.com/office/drawing/2014/main" id="{8D184291-43F5-4A5C-9AD8-D28DA7C91C47}"/>
              </a:ext>
            </a:extLst>
          </p:cNvPr>
          <p:cNvSpPr>
            <a:spLocks xmlns:a="http://schemas.openxmlformats.org/drawingml/2006/main" noGrp="1"/>
          </p:cNvSpPr>
          <p:nvPr/>
        </p:nvSpPr>
        <p:spPr>
          <a:xfrm xmlns:a="http://schemas.openxmlformats.org/drawingml/2006/main">
            <a:off x="5943600" y="2476500"/>
            <a:ext cx="3095625" cy="723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73747"/>
                </a:solidFill>
                <a:latin typeface="Arial"/>
                <a:ea typeface="Arial"/>
                <a:cs typeface="Arial"/>
              </a:defRPr>
            </a:pPr>
            <a:r>
              <a:rPr sz="2175" b="1">
                <a:solidFill>
                  <a:srgbClr val="173747"/>
                </a:solidFill>
                <a:latin typeface="Arial"/>
                <a:ea typeface="Arial"/>
                <a:cs typeface="Arial"/>
              </a:rPr>
              <a:t>Historical CSV / file preparation</a:t>
            </a:r>
          </a:p>
        </p:txBody>
      </p:sp>
      <p:sp>
        <p:nvSpPr>
          <p:cNvPr id="12" name="">
            <a:extLst xmlns:a="http://schemas.openxmlformats.org/drawingml/2006/main">
              <a:ext uri="{FF2B5EF4-FFF2-40B4-BE49-F238E27FC236}">
                <a16:creationId xmlns:a16="http://schemas.microsoft.com/office/drawing/2014/main" id="{9D91C879-7695-4912-9543-1666DF0C389A}"/>
              </a:ext>
            </a:extLst>
          </p:cNvPr>
          <p:cNvSpPr>
            <a:spLocks xmlns:a="http://schemas.openxmlformats.org/drawingml/2006/main" noGrp="1"/>
          </p:cNvSpPr>
          <p:nvPr/>
        </p:nvSpPr>
        <p:spPr>
          <a:xfrm xmlns:a="http://schemas.openxmlformats.org/drawingml/2006/main">
            <a:off x="5943600" y="3381375"/>
            <a:ext cx="3162300" cy="10382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3747"/>
                </a:solidFill>
                <a:latin typeface="Arial"/>
                <a:ea typeface="Arial"/>
                <a:cs typeface="Arial"/>
              </a:defRPr>
            </a:pPr>
            <a:r>
              <a:rPr sz="1950" b="0">
                <a:solidFill>
                  <a:srgbClr val="173747"/>
                </a:solidFill>
                <a:latin typeface="Arial"/>
                <a:ea typeface="Arial"/>
                <a:cs typeface="Arial"/>
              </a:rPr>
              <a:t>Training and hindcasts</a:t>
            </a:r>
          </a:p>
          <a:p xmlns:a="http://schemas.openxmlformats.org/drawingml/2006/main">
            <a:pPr>
              <a:defRPr sz="1950" b="0">
                <a:solidFill>
                  <a:srgbClr val="173747"/>
                </a:solidFill>
                <a:latin typeface="Arial"/>
                <a:ea typeface="Arial"/>
                <a:cs typeface="Arial"/>
              </a:defRPr>
            </a:pPr>
            <a:r>
              <a:rPr sz="1950" b="0">
                <a:solidFill>
                  <a:srgbClr val="173747"/>
                </a:solidFill>
                <a:latin typeface="Arial"/>
                <a:ea typeface="Arial"/>
                <a:cs typeface="Arial"/>
              </a:rPr>
              <a:t>Units, dates, QC and daily</a:t>
            </a:r>
          </a:p>
          <a:p xmlns:a="http://schemas.openxmlformats.org/drawingml/2006/main">
            <a:pPr>
              <a:defRPr sz="1950" b="0">
                <a:solidFill>
                  <a:srgbClr val="173747"/>
                </a:solidFill>
                <a:latin typeface="Arial"/>
                <a:ea typeface="Arial"/>
                <a:cs typeface="Arial"/>
              </a:defRPr>
            </a:pPr>
            <a:r>
              <a:rPr sz="1950" b="0">
                <a:solidFill>
                  <a:srgbClr val="173747"/>
                </a:solidFill>
                <a:latin typeface="Arial"/>
                <a:ea typeface="Arial"/>
                <a:cs typeface="Arial"/>
              </a:rPr>
              <a:t>aggregation must agree</a:t>
            </a:r>
          </a:p>
        </p:txBody>
      </p:sp>
      <p:sp>
        <p:nvSpPr>
          <p:cNvPr id="13" name="">
            <a:extLst xmlns:a="http://schemas.openxmlformats.org/drawingml/2006/main">
              <a:ext uri="{FF2B5EF4-FFF2-40B4-BE49-F238E27FC236}">
                <a16:creationId xmlns:a16="http://schemas.microsoft.com/office/drawing/2014/main" id="{23FD1B46-4913-459C-91E8-6CE97581E822}"/>
              </a:ext>
            </a:extLst>
          </p:cNvPr>
          <p:cNvSpPr>
            <a:spLocks xmlns:a="http://schemas.openxmlformats.org/drawingml/2006/main" noGrp="1"/>
          </p:cNvSpPr>
          <p:nvPr/>
        </p:nvSpPr>
        <p:spPr>
          <a:xfrm xmlns:a="http://schemas.openxmlformats.org/drawingml/2006/main">
            <a:off x="5514975" y="3095625"/>
            <a:ext cx="314325" cy="953"/>
          </a:xfrm>
          <a:prstGeom xmlns:a="http://schemas.openxmlformats.org/drawingml/2006/main" prst="line">
            <a:avLst/>
          </a:prstGeom>
          <a:noFill xmlns:a="http://schemas.openxmlformats.org/drawingml/2006/main"/>
          <a:ln xmlns:a="http://schemas.openxmlformats.org/drawingml/2006/main" w="28575">
            <a:solidFill>
              <a:srgbClr val="128B95"/>
            </a:solidFill>
          </a:ln>
        </p:spPr>
      </p:sp>
      <p:sp>
        <p:nvSpPr>
          <p:cNvPr id="14" name="">
            <a:extLst xmlns:a="http://schemas.openxmlformats.org/drawingml/2006/main">
              <a:ext uri="{FF2B5EF4-FFF2-40B4-BE49-F238E27FC236}">
                <a16:creationId xmlns:a16="http://schemas.microsoft.com/office/drawing/2014/main" id="{4A6A1705-A322-4A69-8EB7-94532564A005}"/>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5829300" y="3095625"/>
                </a:moveTo>
                <a:lnTo>
                  <a:pt x="5724525" y="3038475"/>
                </a:lnTo>
                <a:lnTo>
                  <a:pt x="5724525" y="3152775"/>
                </a:lnTo>
                <a:close/>
              </a:path>
            </a:pathLst>
          </a:custGeom>
          <a:solidFill xmlns:a="http://schemas.openxmlformats.org/drawingml/2006/main">
            <a:srgbClr val="128B95"/>
          </a:solidFill>
          <a:ln xmlns:a="http://schemas.openxmlformats.org/drawingml/2006/main" w="9525">
            <a:solidFill>
              <a:srgbClr val="128B95"/>
            </a:solidFill>
          </a:ln>
        </p:spPr>
      </p:sp>
      <p:sp>
        <p:nvSpPr>
          <p:cNvPr id="15" name="">
            <a:extLst xmlns:a="http://schemas.openxmlformats.org/drawingml/2006/main">
              <a:ext uri="{FF2B5EF4-FFF2-40B4-BE49-F238E27FC236}">
                <a16:creationId xmlns:a16="http://schemas.microsoft.com/office/drawing/2014/main" id="{16A5EA8F-AD62-47F3-B286-4AD4F93488FB}"/>
              </a:ext>
            </a:extLst>
          </p:cNvPr>
          <p:cNvSpPr>
            <a:spLocks xmlns:a="http://schemas.openxmlformats.org/drawingml/2006/main" noGrp="1"/>
          </p:cNvSpPr>
          <p:nvPr/>
        </p:nvSpPr>
        <p:spPr>
          <a:xfrm xmlns:a="http://schemas.openxmlformats.org/drawingml/2006/main">
            <a:off x="9344025" y="3095625"/>
            <a:ext cx="533400" cy="953"/>
          </a:xfrm>
          <a:prstGeom xmlns:a="http://schemas.openxmlformats.org/drawingml/2006/main" prst="line">
            <a:avLst/>
          </a:prstGeom>
          <a:noFill xmlns:a="http://schemas.openxmlformats.org/drawingml/2006/main"/>
          <a:ln xmlns:a="http://schemas.openxmlformats.org/drawingml/2006/main" w="28575">
            <a:solidFill>
              <a:srgbClr val="128B95"/>
            </a:solidFill>
          </a:ln>
        </p:spPr>
      </p:sp>
      <p:sp>
        <p:nvSpPr>
          <p:cNvPr id="16" name="">
            <a:extLst xmlns:a="http://schemas.openxmlformats.org/drawingml/2006/main">
              <a:ext uri="{FF2B5EF4-FFF2-40B4-BE49-F238E27FC236}">
                <a16:creationId xmlns:a16="http://schemas.microsoft.com/office/drawing/2014/main" id="{C3606F4A-55DD-49E9-B15B-D3848940D079}"/>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9877425" y="3095625"/>
                </a:moveTo>
                <a:lnTo>
                  <a:pt x="9772650" y="3038475"/>
                </a:lnTo>
                <a:lnTo>
                  <a:pt x="9772650" y="3152775"/>
                </a:lnTo>
                <a:close/>
              </a:path>
            </a:pathLst>
          </a:custGeom>
          <a:solidFill xmlns:a="http://schemas.openxmlformats.org/drawingml/2006/main">
            <a:srgbClr val="128B95"/>
          </a:solidFill>
          <a:ln xmlns:a="http://schemas.openxmlformats.org/drawingml/2006/main" w="9525">
            <a:solidFill>
              <a:srgbClr val="128B95"/>
            </a:solidFill>
          </a:ln>
        </p:spPr>
      </p:sp>
      <p:sp>
        <p:nvSpPr>
          <p:cNvPr id="17" name="">
            <a:extLst xmlns:a="http://schemas.openxmlformats.org/drawingml/2006/main">
              <a:ext uri="{FF2B5EF4-FFF2-40B4-BE49-F238E27FC236}">
                <a16:creationId xmlns:a16="http://schemas.microsoft.com/office/drawing/2014/main" id="{253BFC79-A187-435E-AE60-E4B1A4D42B49}"/>
              </a:ext>
            </a:extLst>
          </p:cNvPr>
          <p:cNvSpPr>
            <a:spLocks xmlns:a="http://schemas.openxmlformats.org/drawingml/2006/main" noGrp="1"/>
          </p:cNvSpPr>
          <p:nvPr/>
        </p:nvSpPr>
        <p:spPr>
          <a:xfrm xmlns:a="http://schemas.openxmlformats.org/drawingml/2006/main">
            <a:off x="10020300" y="1895475"/>
            <a:ext cx="4648200"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173747"/>
            </a:solidFill>
          </a:ln>
        </p:spPr>
      </p:sp>
      <p:sp>
        <p:nvSpPr>
          <p:cNvPr id="18" name="">
            <a:extLst xmlns:a="http://schemas.openxmlformats.org/drawingml/2006/main">
              <a:ext uri="{FF2B5EF4-FFF2-40B4-BE49-F238E27FC236}">
                <a16:creationId xmlns:a16="http://schemas.microsoft.com/office/drawing/2014/main" id="{2B25E405-BC22-449D-9F8F-0878B9E5969A}"/>
              </a:ext>
            </a:extLst>
          </p:cNvPr>
          <p:cNvSpPr>
            <a:spLocks xmlns:a="http://schemas.openxmlformats.org/drawingml/2006/main" noGrp="1"/>
          </p:cNvSpPr>
          <p:nvPr/>
        </p:nvSpPr>
        <p:spPr>
          <a:xfrm xmlns:a="http://schemas.openxmlformats.org/drawingml/2006/main">
            <a:off x="10210800" y="2047875"/>
            <a:ext cx="42672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3747"/>
                </a:solidFill>
                <a:latin typeface="Arial"/>
                <a:ea typeface="Arial"/>
                <a:cs typeface="Arial"/>
              </a:defRPr>
            </a:pPr>
            <a:r>
              <a:rPr sz="2100" b="1">
                <a:solidFill>
                  <a:srgbClr val="173747"/>
                </a:solidFill>
                <a:latin typeface="Arial"/>
                <a:ea typeface="Arial"/>
                <a:cs typeface="Arial"/>
              </a:rPr>
              <a:t>Forecast tools</a:t>
            </a:r>
          </a:p>
        </p:txBody>
      </p:sp>
      <p:sp>
        <p:nvSpPr>
          <p:cNvPr id="19" name="">
            <a:extLst xmlns:a="http://schemas.openxmlformats.org/drawingml/2006/main">
              <a:ext uri="{FF2B5EF4-FFF2-40B4-BE49-F238E27FC236}">
                <a16:creationId xmlns:a16="http://schemas.microsoft.com/office/drawing/2014/main" id="{3DF45CF1-1CAB-423E-81A4-FA8B267F78D3}"/>
              </a:ext>
            </a:extLst>
          </p:cNvPr>
          <p:cNvSpPr>
            <a:spLocks xmlns:a="http://schemas.openxmlformats.org/drawingml/2006/main" noGrp="1"/>
          </p:cNvSpPr>
          <p:nvPr/>
        </p:nvSpPr>
        <p:spPr>
          <a:xfrm xmlns:a="http://schemas.openxmlformats.org/drawingml/2006/main">
            <a:off x="10210800" y="2466975"/>
            <a:ext cx="4267200" cy="223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Historical model fitting</a:t>
            </a:r>
          </a:p>
          <a:p xmlns:a="http://schemas.openxmlformats.org/drawingml/2006/main">
            <a:r>
              <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Operational forecasts need</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a timely, compatible input feed</a:t>
            </a:r>
          </a:p>
        </p:txBody>
      </p:sp>
      <p:sp>
        <p:nvSpPr>
          <p:cNvPr id="20" name="">
            <a:extLst xmlns:a="http://schemas.openxmlformats.org/drawingml/2006/main">
              <a:ext uri="{FF2B5EF4-FFF2-40B4-BE49-F238E27FC236}">
                <a16:creationId xmlns:a16="http://schemas.microsoft.com/office/drawing/2014/main" id="{3A9F6D84-791A-4181-B965-236D751A7F3D}"/>
              </a:ext>
            </a:extLst>
          </p:cNvPr>
          <p:cNvSpPr>
            <a:spLocks xmlns:a="http://schemas.openxmlformats.org/drawingml/2006/main" noGrp="1"/>
          </p:cNvSpPr>
          <p:nvPr/>
        </p:nvSpPr>
        <p:spPr>
          <a:xfrm xmlns:a="http://schemas.openxmlformats.org/drawingml/2006/main">
            <a:off x="571500" y="5410200"/>
            <a:ext cx="5191125"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A63646"/>
                </a:solidFill>
                <a:latin typeface="Arial"/>
                <a:ea typeface="Arial"/>
                <a:cs typeface="Arial"/>
              </a:defRPr>
            </a:pPr>
            <a:r>
              <a:rPr sz="1950" b="1">
                <a:solidFill>
                  <a:srgbClr val="A63646"/>
                </a:solidFill>
                <a:latin typeface="Arial"/>
                <a:ea typeface="Arial"/>
                <a:cs typeface="Arial"/>
              </a:rPr>
              <a:t>OPERATIONAL SOURCES</a:t>
            </a:r>
          </a:p>
        </p:txBody>
      </p:sp>
      <p:sp>
        <p:nvSpPr>
          <p:cNvPr id="21" name="">
            <a:extLst xmlns:a="http://schemas.openxmlformats.org/drawingml/2006/main">
              <a:ext uri="{FF2B5EF4-FFF2-40B4-BE49-F238E27FC236}">
                <a16:creationId xmlns:a16="http://schemas.microsoft.com/office/drawing/2014/main" id="{CCC7D093-C8D2-4BF3-9E99-D02341F9A0B0}"/>
              </a:ext>
            </a:extLst>
          </p:cNvPr>
          <p:cNvSpPr>
            <a:spLocks xmlns:a="http://schemas.openxmlformats.org/drawingml/2006/main" noGrp="1"/>
          </p:cNvSpPr>
          <p:nvPr/>
        </p:nvSpPr>
        <p:spPr>
          <a:xfrm xmlns:a="http://schemas.openxmlformats.org/drawingml/2006/main">
            <a:off x="571500" y="5886450"/>
            <a:ext cx="4572000" cy="1447800"/>
          </a:xfrm>
          <a:prstGeom xmlns:a="http://schemas.openxmlformats.org/drawingml/2006/main" prst="rect">
            <a:avLst/>
          </a:prstGeom>
          <a:solidFill xmlns:a="http://schemas.openxmlformats.org/drawingml/2006/main">
            <a:srgbClr val="FFFFFF"/>
          </a:solidFill>
          <a:ln xmlns:a="http://schemas.openxmlformats.org/drawingml/2006/main" w="19050">
            <a:solidFill>
              <a:srgbClr val="128B95"/>
            </a:solidFill>
          </a:ln>
        </p:spPr>
      </p:sp>
      <p:sp>
        <p:nvSpPr>
          <p:cNvPr id="22" name="">
            <a:extLst xmlns:a="http://schemas.openxmlformats.org/drawingml/2006/main">
              <a:ext uri="{FF2B5EF4-FFF2-40B4-BE49-F238E27FC236}">
                <a16:creationId xmlns:a16="http://schemas.microsoft.com/office/drawing/2014/main" id="{3FBDD557-4877-4DBD-8F38-05DAEF89435A}"/>
              </a:ext>
            </a:extLst>
          </p:cNvPr>
          <p:cNvSpPr>
            <a:spLocks xmlns:a="http://schemas.openxmlformats.org/drawingml/2006/main" noGrp="1"/>
          </p:cNvSpPr>
          <p:nvPr/>
        </p:nvSpPr>
        <p:spPr>
          <a:xfrm xmlns:a="http://schemas.openxmlformats.org/drawingml/2006/main">
            <a:off x="762000" y="6038850"/>
            <a:ext cx="41910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28B95"/>
                </a:solidFill>
                <a:latin typeface="Arial"/>
                <a:ea typeface="Arial"/>
                <a:cs typeface="Arial"/>
              </a:defRPr>
            </a:pPr>
            <a:r>
              <a:rPr sz="2100" b="1">
                <a:solidFill>
                  <a:srgbClr val="128B95"/>
                </a:solidFill>
                <a:latin typeface="Arial"/>
                <a:ea typeface="Arial"/>
                <a:cs typeface="Arial"/>
              </a:rPr>
              <a:t>DHM operational database</a:t>
            </a:r>
          </a:p>
        </p:txBody>
      </p:sp>
      <p:sp>
        <p:nvSpPr>
          <p:cNvPr id="23" name="">
            <a:extLst xmlns:a="http://schemas.openxmlformats.org/drawingml/2006/main">
              <a:ext uri="{FF2B5EF4-FFF2-40B4-BE49-F238E27FC236}">
                <a16:creationId xmlns:a16="http://schemas.microsoft.com/office/drawing/2014/main" id="{B179E81C-A854-414C-BA43-3E858BD9A4EE}"/>
              </a:ext>
            </a:extLst>
          </p:cNvPr>
          <p:cNvSpPr>
            <a:spLocks xmlns:a="http://schemas.openxmlformats.org/drawingml/2006/main" noGrp="1"/>
          </p:cNvSpPr>
          <p:nvPr/>
        </p:nvSpPr>
        <p:spPr>
          <a:xfrm xmlns:a="http://schemas.openxmlformats.org/drawingml/2006/main">
            <a:off x="762000" y="6457950"/>
            <a:ext cx="4191000" cy="8286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Automatic water levels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Manual entries also included?</a:t>
            </a:r>
          </a:p>
        </p:txBody>
      </p:sp>
      <p:sp>
        <p:nvSpPr>
          <p:cNvPr id="24" name="">
            <a:extLst xmlns:a="http://schemas.openxmlformats.org/drawingml/2006/main">
              <a:ext uri="{FF2B5EF4-FFF2-40B4-BE49-F238E27FC236}">
                <a16:creationId xmlns:a16="http://schemas.microsoft.com/office/drawing/2014/main" id="{90D339E8-C4AF-4220-A3D1-399A7DC2ED12}"/>
              </a:ext>
            </a:extLst>
          </p:cNvPr>
          <p:cNvSpPr>
            <a:spLocks xmlns:a="http://schemas.openxmlformats.org/drawingml/2006/main" noGrp="1"/>
          </p:cNvSpPr>
          <p:nvPr/>
        </p:nvSpPr>
        <p:spPr>
          <a:xfrm xmlns:a="http://schemas.openxmlformats.org/drawingml/2006/main">
            <a:off x="5619750" y="5886450"/>
            <a:ext cx="4429125" cy="1447800"/>
          </a:xfrm>
          <a:prstGeom xmlns:a="http://schemas.openxmlformats.org/drawingml/2006/main" prst="rect">
            <a:avLst/>
          </a:prstGeom>
          <a:solidFill xmlns:a="http://schemas.openxmlformats.org/drawingml/2006/main">
            <a:srgbClr val="FFFFFF"/>
          </a:solidFill>
          <a:ln xmlns:a="http://schemas.openxmlformats.org/drawingml/2006/main" w="19050">
            <a:solidFill>
              <a:srgbClr val="536B78"/>
            </a:solidFill>
          </a:ln>
        </p:spPr>
      </p:sp>
      <p:sp>
        <p:nvSpPr>
          <p:cNvPr id="25" name="">
            <a:extLst xmlns:a="http://schemas.openxmlformats.org/drawingml/2006/main">
              <a:ext uri="{FF2B5EF4-FFF2-40B4-BE49-F238E27FC236}">
                <a16:creationId xmlns:a16="http://schemas.microsoft.com/office/drawing/2014/main" id="{7B43FFF2-5132-4ECC-84D2-8725F1721269}"/>
              </a:ext>
            </a:extLst>
          </p:cNvPr>
          <p:cNvSpPr>
            <a:spLocks xmlns:a="http://schemas.openxmlformats.org/drawingml/2006/main" noGrp="1"/>
          </p:cNvSpPr>
          <p:nvPr/>
        </p:nvSpPr>
        <p:spPr>
          <a:xfrm xmlns:a="http://schemas.openxmlformats.org/drawingml/2006/main">
            <a:off x="5810250" y="6038850"/>
            <a:ext cx="4048125"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536B78"/>
                </a:solidFill>
                <a:latin typeface="Arial"/>
                <a:ea typeface="Arial"/>
                <a:cs typeface="Arial"/>
              </a:defRPr>
            </a:pPr>
            <a:r>
              <a:rPr sz="2100" b="1">
                <a:solidFill>
                  <a:srgbClr val="536B78"/>
                </a:solidFill>
                <a:latin typeface="Arial"/>
                <a:ea typeface="Arial"/>
                <a:cs typeface="Arial"/>
              </a:rPr>
              <a:t>Manual / hydrological archive?</a:t>
            </a:r>
          </a:p>
        </p:txBody>
      </p:sp>
      <p:sp>
        <p:nvSpPr>
          <p:cNvPr id="26" name="">
            <a:extLst xmlns:a="http://schemas.openxmlformats.org/drawingml/2006/main">
              <a:ext uri="{FF2B5EF4-FFF2-40B4-BE49-F238E27FC236}">
                <a16:creationId xmlns:a16="http://schemas.microsoft.com/office/drawing/2014/main" id="{D5F704F6-5576-4811-A25F-D0C04078DD5A}"/>
              </a:ext>
            </a:extLst>
          </p:cNvPr>
          <p:cNvSpPr>
            <a:spLocks xmlns:a="http://schemas.openxmlformats.org/drawingml/2006/main" noGrp="1"/>
          </p:cNvSpPr>
          <p:nvPr/>
        </p:nvSpPr>
        <p:spPr>
          <a:xfrm xmlns:a="http://schemas.openxmlformats.org/drawingml/2006/main">
            <a:off x="5810250" y="6457950"/>
            <a:ext cx="4048125" cy="8286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Staff readings and discharge gaugings</a:t>
            </a:r>
          </a:p>
          <a:p xmlns:a="http://schemas.openxmlformats.org/drawingml/2006/main">
            <a:pPr>
              <a:defRPr sz="1875" b="0">
                <a:solidFill>
                  <a:srgbClr val="173747"/>
                </a:solidFill>
                <a:latin typeface="Arial"/>
                <a:ea typeface="Arial"/>
                <a:cs typeface="Arial"/>
              </a:defRPr>
            </a:pPr>
            <a:r>
              <a:rPr sz="1875" b="0">
                <a:solidFill>
                  <a:srgbClr val="173747"/>
                </a:solidFill>
                <a:latin typeface="Arial"/>
                <a:ea typeface="Arial"/>
                <a:cs typeface="Arial"/>
              </a:rPr>
              <a:t>Where stored, and how late?</a:t>
            </a:r>
          </a:p>
        </p:txBody>
      </p:sp>
      <p:sp>
        <p:nvSpPr>
          <p:cNvPr id="27" name="">
            <a:extLst xmlns:a="http://schemas.openxmlformats.org/drawingml/2006/main">
              <a:ext uri="{FF2B5EF4-FFF2-40B4-BE49-F238E27FC236}">
                <a16:creationId xmlns:a16="http://schemas.microsoft.com/office/drawing/2014/main" id="{8A10DC97-9B44-4F45-8A1C-680C02DC2D10}"/>
              </a:ext>
            </a:extLst>
          </p:cNvPr>
          <p:cNvSpPr>
            <a:spLocks xmlns:a="http://schemas.openxmlformats.org/drawingml/2006/main" noGrp="1"/>
          </p:cNvSpPr>
          <p:nvPr/>
        </p:nvSpPr>
        <p:spPr>
          <a:xfrm xmlns:a="http://schemas.openxmlformats.org/drawingml/2006/main">
            <a:off x="10601325" y="4981575"/>
            <a:ext cx="1171575" cy="1495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10050" b="1">
                <a:solidFill>
                  <a:srgbClr val="A63646"/>
                </a:solidFill>
                <a:latin typeface="Arial"/>
                <a:ea typeface="Arial"/>
                <a:cs typeface="Arial"/>
              </a:defRPr>
            </a:pPr>
            <a:r>
              <a:rPr sz="10050" b="1">
                <a:solidFill>
                  <a:srgbClr val="A63646"/>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A482AAC0-7362-42F8-A351-6017A9E03280}"/>
              </a:ext>
            </a:extLst>
          </p:cNvPr>
          <p:cNvSpPr>
            <a:spLocks xmlns:a="http://schemas.openxmlformats.org/drawingml/2006/main" noGrp="1"/>
          </p:cNvSpPr>
          <p:nvPr/>
        </p:nvSpPr>
        <p:spPr>
          <a:xfrm xmlns:a="http://schemas.openxmlformats.org/drawingml/2006/main">
            <a:off x="11811000" y="5429250"/>
            <a:ext cx="2905125" cy="9334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A63646"/>
                </a:solidFill>
                <a:latin typeface="Arial"/>
                <a:ea typeface="Arial"/>
                <a:cs typeface="Arial"/>
              </a:defRPr>
            </a:pPr>
            <a:r>
              <a:rPr sz="2025" b="1">
                <a:solidFill>
                  <a:srgbClr val="A63646"/>
                </a:solidFill>
                <a:latin typeface="Arial"/>
                <a:ea typeface="Arial"/>
                <a:cs typeface="Arial"/>
              </a:rPr>
              <a:t>Which feed can supply</a:t>
            </a:r>
          </a:p>
          <a:p xmlns:a="http://schemas.openxmlformats.org/drawingml/2006/main">
            <a:pPr>
              <a:defRPr sz="2025" b="1">
                <a:solidFill>
                  <a:srgbClr val="A63646"/>
                </a:solidFill>
                <a:latin typeface="Arial"/>
                <a:ea typeface="Arial"/>
                <a:cs typeface="Arial"/>
              </a:defRPr>
            </a:pPr>
            <a:r>
              <a:rPr sz="2025" b="1">
                <a:solidFill>
                  <a:srgbClr val="A63646"/>
                </a:solidFill>
                <a:latin typeface="Arial"/>
                <a:ea typeface="Arial"/>
                <a:cs typeface="Arial"/>
              </a:rPr>
              <a:t>the forecast run on time?</a:t>
            </a:r>
          </a:p>
        </p:txBody>
      </p:sp>
      <p:sp>
        <p:nvSpPr>
          <p:cNvPr id="29" name="">
            <a:extLst xmlns:a="http://schemas.openxmlformats.org/drawingml/2006/main">
              <a:ext uri="{FF2B5EF4-FFF2-40B4-BE49-F238E27FC236}">
                <a16:creationId xmlns:a16="http://schemas.microsoft.com/office/drawing/2014/main" id="{2A11E256-858D-475F-AFE8-4EFCA1C4507F}"/>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2857500" y="7334250"/>
                </a:moveTo>
                <a:lnTo>
                  <a:pt x="2857500" y="7486650"/>
                </a:lnTo>
                <a:lnTo>
                  <a:pt x="11382375" y="7486650"/>
                </a:lnTo>
                <a:lnTo>
                  <a:pt x="11382375" y="6619875"/>
                </a:lnTo>
              </a:path>
            </a:pathLst>
          </a:custGeom>
          <a:noFill xmlns:a="http://schemas.openxmlformats.org/drawingml/2006/main"/>
          <a:ln xmlns:a="http://schemas.openxmlformats.org/drawingml/2006/main" w="19050">
            <a:solidFill>
              <a:srgbClr val="A63646"/>
            </a:solidFill>
          </a:ln>
        </p:spPr>
      </p:sp>
      <p:sp>
        <p:nvSpPr>
          <p:cNvPr id="30" name="">
            <a:extLst xmlns:a="http://schemas.openxmlformats.org/drawingml/2006/main">
              <a:ext uri="{FF2B5EF4-FFF2-40B4-BE49-F238E27FC236}">
                <a16:creationId xmlns:a16="http://schemas.microsoft.com/office/drawing/2014/main" id="{BFF91803-1458-469F-93E4-F4B90064E9F2}"/>
              </a:ext>
            </a:extLst>
          </p:cNvPr>
          <p:cNvSpPr>
            <a:spLocks xmlns:a="http://schemas.openxmlformats.org/drawingml/2006/main" noGrp="1"/>
          </p:cNvSpPr>
          <p:nvPr/>
        </p:nvSpPr>
        <p:spPr>
          <a:xfrm xmlns:a="http://schemas.openxmlformats.org/drawingml/2006/main">
            <a:off x="10153650" y="6619875"/>
            <a:ext cx="1114425" cy="953"/>
          </a:xfrm>
          <a:prstGeom xmlns:a="http://schemas.openxmlformats.org/drawingml/2006/main" prst="line">
            <a:avLst/>
          </a:prstGeom>
          <a:noFill xmlns:a="http://schemas.openxmlformats.org/drawingml/2006/main"/>
          <a:ln xmlns:a="http://schemas.openxmlformats.org/drawingml/2006/main" w="28575">
            <a:solidFill>
              <a:srgbClr val="A63646"/>
            </a:solidFill>
          </a:ln>
        </p:spPr>
      </p:sp>
      <p:sp>
        <p:nvSpPr>
          <p:cNvPr id="31" name="">
            <a:extLst xmlns:a="http://schemas.openxmlformats.org/drawingml/2006/main">
              <a:ext uri="{FF2B5EF4-FFF2-40B4-BE49-F238E27FC236}">
                <a16:creationId xmlns:a16="http://schemas.microsoft.com/office/drawing/2014/main" id="{28EAF82D-AEDC-4DDB-B49D-1254D06D2192}"/>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1268075" y="6619875"/>
                </a:moveTo>
                <a:lnTo>
                  <a:pt x="11163300" y="6562725"/>
                </a:lnTo>
                <a:lnTo>
                  <a:pt x="11163300" y="6677025"/>
                </a:lnTo>
                <a:close/>
              </a:path>
            </a:pathLst>
          </a:custGeom>
          <a:solidFill xmlns:a="http://schemas.openxmlformats.org/drawingml/2006/main">
            <a:srgbClr val="A63646"/>
          </a:solidFill>
          <a:ln xmlns:a="http://schemas.openxmlformats.org/drawingml/2006/main" w="9525">
            <a:solidFill>
              <a:srgbClr val="A63646"/>
            </a:solidFill>
          </a:ln>
        </p:spPr>
      </p:sp>
      <p:sp>
        <p:nvSpPr>
          <p:cNvPr id="32" name="">
            <a:extLst xmlns:a="http://schemas.openxmlformats.org/drawingml/2006/main">
              <a:ext uri="{FF2B5EF4-FFF2-40B4-BE49-F238E27FC236}">
                <a16:creationId xmlns:a16="http://schemas.microsoft.com/office/drawing/2014/main" id="{751AAB4B-8A28-412E-8B7B-015D50999AFD}"/>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1382375" y="6619875"/>
                </a:moveTo>
                <a:lnTo>
                  <a:pt x="11382375" y="4914900"/>
                </a:lnTo>
              </a:path>
            </a:pathLst>
          </a:custGeom>
          <a:noFill xmlns:a="http://schemas.openxmlformats.org/drawingml/2006/main"/>
          <a:ln xmlns:a="http://schemas.openxmlformats.org/drawingml/2006/main" w="28575">
            <a:solidFill>
              <a:srgbClr val="A63646"/>
            </a:solidFill>
          </a:ln>
        </p:spPr>
      </p:sp>
      <p:sp>
        <p:nvSpPr>
          <p:cNvPr id="33" name="">
            <a:extLst xmlns:a="http://schemas.openxmlformats.org/drawingml/2006/main">
              <a:ext uri="{FF2B5EF4-FFF2-40B4-BE49-F238E27FC236}">
                <a16:creationId xmlns:a16="http://schemas.microsoft.com/office/drawing/2014/main" id="{9F661C97-41B3-4060-83D5-B97E4F9C6E35}"/>
              </a:ext>
            </a:extLst>
          </p:cNvPr>
          <p:cNvSpPr>
            <a:spLocks xmlns:a="http://schemas.openxmlformats.org/drawingml/2006/main" noGrp="1"/>
          </p:cNvSpPr>
          <p:nvPr/>
        </p:nvSpPr>
        <p:spPr>
          <a:xfrm xmlns:a="http://schemas.openxmlformats.org/drawingml/2006/main">
            <a:off x="0" y="0"/>
            <a:ext cx="15240000" cy="8572500"/>
          </a:xfrm>
          <a:custGeom xmlns:a="http://schemas.openxmlformats.org/drawingml/2006/main">
            <a:pathLst>
              <a:path w="15240000" h="8572500">
                <a:moveTo>
                  <a:pt x="11382375" y="4819650"/>
                </a:moveTo>
                <a:lnTo>
                  <a:pt x="11325225" y="4933950"/>
                </a:lnTo>
                <a:lnTo>
                  <a:pt x="11439525" y="4933950"/>
                </a:lnTo>
                <a:close/>
              </a:path>
            </a:pathLst>
          </a:custGeom>
          <a:solidFill xmlns:a="http://schemas.openxmlformats.org/drawingml/2006/main">
            <a:srgbClr val="A63646"/>
          </a:solidFill>
          <a:ln xmlns:a="http://schemas.openxmlformats.org/drawingml/2006/main" w="9525">
            <a:solidFill>
              <a:srgbClr val="A63646"/>
            </a:solidFill>
          </a:ln>
        </p:spPr>
      </p:sp>
      <p:sp>
        <p:nvSpPr>
          <p:cNvPr id="34" name="">
            <a:extLst xmlns:a="http://schemas.openxmlformats.org/drawingml/2006/main">
              <a:ext uri="{FF2B5EF4-FFF2-40B4-BE49-F238E27FC236}">
                <a16:creationId xmlns:a16="http://schemas.microsoft.com/office/drawing/2014/main" id="{0D6CC16A-36BC-41BC-8AA2-5988362FEE11}"/>
              </a:ext>
            </a:extLst>
          </p:cNvPr>
          <p:cNvSpPr>
            <a:spLocks xmlns:a="http://schemas.openxmlformats.org/drawingml/2006/main" noGrp="1"/>
          </p:cNvSpPr>
          <p:nvPr/>
        </p:nvSpPr>
        <p:spPr>
          <a:xfrm xmlns:a="http://schemas.openxmlformats.org/drawingml/2006/main">
            <a:off x="571500" y="7620000"/>
            <a:ext cx="14097000" cy="4191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A63646"/>
                </a:solidFill>
                <a:latin typeface="Arial"/>
                <a:ea typeface="Arial"/>
                <a:cs typeface="Arial"/>
              </a:defRPr>
            </a:pPr>
            <a:r>
              <a:rPr sz="2100" b="1">
                <a:solidFill>
                  <a:srgbClr val="A63646"/>
                </a:solidFill>
                <a:latin typeface="Arial"/>
                <a:ea typeface="Arial"/>
                <a:cs typeface="Arial"/>
              </a:rPr>
              <a:t>Recorded gap: no current rating tables for the six sites. Is approved provisional Q available?</a:t>
            </a:r>
          </a:p>
        </p:txBody>
      </p:sp>
    </p:spTree>
    <p:extLst>
      <p:ext uri="{BB962C8B-B14F-4D97-AF65-F5344CB8AC3E}">
        <p14:creationId xmlns:p14="http://schemas.microsoft.com/office/powerpoint/2010/main" val="1167278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2026-09-21T07:45:32.6970000Z</dcterms:created>
  <dcterms:modified xsi:type="dcterms:W3CDTF">2026-09-21T07:45:32.6970000Z</dcterms:modified>
</coreProperties>
</file>